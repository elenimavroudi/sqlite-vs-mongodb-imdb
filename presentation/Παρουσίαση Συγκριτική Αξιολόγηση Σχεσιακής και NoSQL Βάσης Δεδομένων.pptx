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4CA33A-EB2E-429C-A8AB-D01D31FF966D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98AFB1-8AAF-4990-817C-D6543CF04069}">
      <dgm:prSet/>
      <dgm:spPr/>
      <dgm:t>
        <a:bodyPr/>
        <a:lstStyle/>
        <a:p>
          <a:r>
            <a:rPr lang="en-US" dirty="0"/>
            <a:t>IMDb Dataset</a:t>
          </a:r>
        </a:p>
      </dgm:t>
    </dgm:pt>
    <dgm:pt modelId="{B5F07A82-8D46-4888-97F6-F31B7088B0AE}" type="parTrans" cxnId="{D384399C-F4B3-495F-B428-20BA3C14D821}">
      <dgm:prSet/>
      <dgm:spPr/>
      <dgm:t>
        <a:bodyPr/>
        <a:lstStyle/>
        <a:p>
          <a:endParaRPr lang="en-US"/>
        </a:p>
      </dgm:t>
    </dgm:pt>
    <dgm:pt modelId="{543EC6E8-615C-423C-9DD9-4032D159A9FA}" type="sibTrans" cxnId="{D384399C-F4B3-495F-B428-20BA3C14D821}">
      <dgm:prSet/>
      <dgm:spPr/>
      <dgm:t>
        <a:bodyPr/>
        <a:lstStyle/>
        <a:p>
          <a:endParaRPr lang="en-US"/>
        </a:p>
      </dgm:t>
    </dgm:pt>
    <dgm:pt modelId="{F905F40A-17E3-4456-806C-B0A6CFCB5663}">
      <dgm:prSet/>
      <dgm:spPr/>
      <dgm:t>
        <a:bodyPr/>
        <a:lstStyle/>
        <a:p>
          <a:r>
            <a:rPr lang="en-US" dirty="0"/>
            <a:t>Movies only</a:t>
          </a:r>
        </a:p>
      </dgm:t>
    </dgm:pt>
    <dgm:pt modelId="{A4F776D3-F637-4AE6-A0C1-1D3047E6986C}" type="parTrans" cxnId="{CBA578F8-3862-4196-BD41-24835E5AE9DB}">
      <dgm:prSet/>
      <dgm:spPr/>
      <dgm:t>
        <a:bodyPr/>
        <a:lstStyle/>
        <a:p>
          <a:endParaRPr lang="en-US"/>
        </a:p>
      </dgm:t>
    </dgm:pt>
    <dgm:pt modelId="{A7DB237A-EDEC-4B7A-A543-02C796A9B307}" type="sibTrans" cxnId="{CBA578F8-3862-4196-BD41-24835E5AE9DB}">
      <dgm:prSet/>
      <dgm:spPr/>
      <dgm:t>
        <a:bodyPr/>
        <a:lstStyle/>
        <a:p>
          <a:endParaRPr lang="en-US"/>
        </a:p>
      </dgm:t>
    </dgm:pt>
    <dgm:pt modelId="{665DFB08-D7C4-4162-814E-A92C34DF2A03}">
      <dgm:prSet/>
      <dgm:spPr/>
      <dgm:t>
        <a:bodyPr/>
        <a:lstStyle/>
        <a:p>
          <a:r>
            <a:rPr lang="en-US" dirty="0"/>
            <a:t>Titles / Ratings / Actors / Directors</a:t>
          </a:r>
        </a:p>
      </dgm:t>
    </dgm:pt>
    <dgm:pt modelId="{854136D3-7DFF-4D03-8BAD-60AE2E759E41}" type="parTrans" cxnId="{BDFA3AC1-D87A-44FA-AC0C-45D1493AD1FB}">
      <dgm:prSet/>
      <dgm:spPr/>
      <dgm:t>
        <a:bodyPr/>
        <a:lstStyle/>
        <a:p>
          <a:endParaRPr lang="en-US"/>
        </a:p>
      </dgm:t>
    </dgm:pt>
    <dgm:pt modelId="{35799F7D-D979-4AA0-B0E5-31BF13B91F22}" type="sibTrans" cxnId="{BDFA3AC1-D87A-44FA-AC0C-45D1493AD1FB}">
      <dgm:prSet/>
      <dgm:spPr/>
      <dgm:t>
        <a:bodyPr/>
        <a:lstStyle/>
        <a:p>
          <a:endParaRPr lang="en-US"/>
        </a:p>
      </dgm:t>
    </dgm:pt>
    <dgm:pt modelId="{ED8E230E-A5C9-490C-9214-76EBCE7572C6}" type="pres">
      <dgm:prSet presAssocID="{444CA33A-EB2E-429C-A8AB-D01D31FF966D}" presName="linearFlow" presStyleCnt="0">
        <dgm:presLayoutVars>
          <dgm:resizeHandles val="exact"/>
        </dgm:presLayoutVars>
      </dgm:prSet>
      <dgm:spPr/>
    </dgm:pt>
    <dgm:pt modelId="{7B143CAE-5A3A-4F1F-8A05-776CECD0C810}" type="pres">
      <dgm:prSet presAssocID="{A798AFB1-8AAF-4990-817C-D6543CF04069}" presName="node" presStyleLbl="node1" presStyleIdx="0" presStyleCnt="3" custLinFactNeighborX="-36810" custLinFactNeighborY="-93053">
        <dgm:presLayoutVars>
          <dgm:bulletEnabled val="1"/>
        </dgm:presLayoutVars>
      </dgm:prSet>
      <dgm:spPr/>
    </dgm:pt>
    <dgm:pt modelId="{F3C7E609-8E88-4EDA-87D1-9E5FBE5F852C}" type="pres">
      <dgm:prSet presAssocID="{543EC6E8-615C-423C-9DD9-4032D159A9FA}" presName="sibTrans" presStyleLbl="sibTrans2D1" presStyleIdx="0" presStyleCnt="2"/>
      <dgm:spPr/>
    </dgm:pt>
    <dgm:pt modelId="{72DEBC41-8CD3-426E-9E0D-FBFAE3DABA58}" type="pres">
      <dgm:prSet presAssocID="{543EC6E8-615C-423C-9DD9-4032D159A9FA}" presName="connectorText" presStyleLbl="sibTrans2D1" presStyleIdx="0" presStyleCnt="2"/>
      <dgm:spPr/>
    </dgm:pt>
    <dgm:pt modelId="{92B28800-8D80-4B60-BB71-42E3EDB0A85B}" type="pres">
      <dgm:prSet presAssocID="{F905F40A-17E3-4456-806C-B0A6CFCB5663}" presName="node" presStyleLbl="node1" presStyleIdx="1" presStyleCnt="3">
        <dgm:presLayoutVars>
          <dgm:bulletEnabled val="1"/>
        </dgm:presLayoutVars>
      </dgm:prSet>
      <dgm:spPr/>
    </dgm:pt>
    <dgm:pt modelId="{89ADE957-7607-4A7E-AA3B-49484B99CC72}" type="pres">
      <dgm:prSet presAssocID="{A7DB237A-EDEC-4B7A-A543-02C796A9B307}" presName="sibTrans" presStyleLbl="sibTrans2D1" presStyleIdx="1" presStyleCnt="2"/>
      <dgm:spPr/>
    </dgm:pt>
    <dgm:pt modelId="{743955E0-46BC-4E45-BBC5-881613CAA4B8}" type="pres">
      <dgm:prSet presAssocID="{A7DB237A-EDEC-4B7A-A543-02C796A9B307}" presName="connectorText" presStyleLbl="sibTrans2D1" presStyleIdx="1" presStyleCnt="2"/>
      <dgm:spPr/>
    </dgm:pt>
    <dgm:pt modelId="{41197E18-C2C9-4EDB-BA91-2B8030ACA124}" type="pres">
      <dgm:prSet presAssocID="{665DFB08-D7C4-4162-814E-A92C34DF2A03}" presName="node" presStyleLbl="node1" presStyleIdx="2" presStyleCnt="3">
        <dgm:presLayoutVars>
          <dgm:bulletEnabled val="1"/>
        </dgm:presLayoutVars>
      </dgm:prSet>
      <dgm:spPr/>
    </dgm:pt>
  </dgm:ptLst>
  <dgm:cxnLst>
    <dgm:cxn modelId="{F147DE24-0F0C-4EF0-9E9C-531A8D0DA39A}" type="presOf" srcId="{A7DB237A-EDEC-4B7A-A543-02C796A9B307}" destId="{89ADE957-7607-4A7E-AA3B-49484B99CC72}" srcOrd="0" destOrd="0" presId="urn:microsoft.com/office/officeart/2005/8/layout/process2"/>
    <dgm:cxn modelId="{6EEEEE2D-195E-4687-99DD-A7D35D78B11A}" type="presOf" srcId="{F905F40A-17E3-4456-806C-B0A6CFCB5663}" destId="{92B28800-8D80-4B60-BB71-42E3EDB0A85B}" srcOrd="0" destOrd="0" presId="urn:microsoft.com/office/officeart/2005/8/layout/process2"/>
    <dgm:cxn modelId="{EE4FB032-97FE-4CA9-8CAB-C49CF02EC60C}" type="presOf" srcId="{543EC6E8-615C-423C-9DD9-4032D159A9FA}" destId="{72DEBC41-8CD3-426E-9E0D-FBFAE3DABA58}" srcOrd="1" destOrd="0" presId="urn:microsoft.com/office/officeart/2005/8/layout/process2"/>
    <dgm:cxn modelId="{F6CDBD6E-44C7-4DC7-AAB8-6E956C8514F7}" type="presOf" srcId="{A7DB237A-EDEC-4B7A-A543-02C796A9B307}" destId="{743955E0-46BC-4E45-BBC5-881613CAA4B8}" srcOrd="1" destOrd="0" presId="urn:microsoft.com/office/officeart/2005/8/layout/process2"/>
    <dgm:cxn modelId="{21281980-D375-41B6-A075-D2FC030B5211}" type="presOf" srcId="{543EC6E8-615C-423C-9DD9-4032D159A9FA}" destId="{F3C7E609-8E88-4EDA-87D1-9E5FBE5F852C}" srcOrd="0" destOrd="0" presId="urn:microsoft.com/office/officeart/2005/8/layout/process2"/>
    <dgm:cxn modelId="{D384399C-F4B3-495F-B428-20BA3C14D821}" srcId="{444CA33A-EB2E-429C-A8AB-D01D31FF966D}" destId="{A798AFB1-8AAF-4990-817C-D6543CF04069}" srcOrd="0" destOrd="0" parTransId="{B5F07A82-8D46-4888-97F6-F31B7088B0AE}" sibTransId="{543EC6E8-615C-423C-9DD9-4032D159A9FA}"/>
    <dgm:cxn modelId="{B852F7A7-7349-4329-B947-6A6ED6BEC5C3}" type="presOf" srcId="{A798AFB1-8AAF-4990-817C-D6543CF04069}" destId="{7B143CAE-5A3A-4F1F-8A05-776CECD0C810}" srcOrd="0" destOrd="0" presId="urn:microsoft.com/office/officeart/2005/8/layout/process2"/>
    <dgm:cxn modelId="{BDFA3AC1-D87A-44FA-AC0C-45D1493AD1FB}" srcId="{444CA33A-EB2E-429C-A8AB-D01D31FF966D}" destId="{665DFB08-D7C4-4162-814E-A92C34DF2A03}" srcOrd="2" destOrd="0" parTransId="{854136D3-7DFF-4D03-8BAD-60AE2E759E41}" sibTransId="{35799F7D-D979-4AA0-B0E5-31BF13B91F22}"/>
    <dgm:cxn modelId="{B6AD5FE8-FD5E-4310-8151-DD31FC037FFF}" type="presOf" srcId="{444CA33A-EB2E-429C-A8AB-D01D31FF966D}" destId="{ED8E230E-A5C9-490C-9214-76EBCE7572C6}" srcOrd="0" destOrd="0" presId="urn:microsoft.com/office/officeart/2005/8/layout/process2"/>
    <dgm:cxn modelId="{18146EF0-6835-429B-A81D-81D1091B7709}" type="presOf" srcId="{665DFB08-D7C4-4162-814E-A92C34DF2A03}" destId="{41197E18-C2C9-4EDB-BA91-2B8030ACA124}" srcOrd="0" destOrd="0" presId="urn:microsoft.com/office/officeart/2005/8/layout/process2"/>
    <dgm:cxn modelId="{CBA578F8-3862-4196-BD41-24835E5AE9DB}" srcId="{444CA33A-EB2E-429C-A8AB-D01D31FF966D}" destId="{F905F40A-17E3-4456-806C-B0A6CFCB5663}" srcOrd="1" destOrd="0" parTransId="{A4F776D3-F637-4AE6-A0C1-1D3047E6986C}" sibTransId="{A7DB237A-EDEC-4B7A-A543-02C796A9B307}"/>
    <dgm:cxn modelId="{178F6A59-8330-4539-86BC-BDF252CB4556}" type="presParOf" srcId="{ED8E230E-A5C9-490C-9214-76EBCE7572C6}" destId="{7B143CAE-5A3A-4F1F-8A05-776CECD0C810}" srcOrd="0" destOrd="0" presId="urn:microsoft.com/office/officeart/2005/8/layout/process2"/>
    <dgm:cxn modelId="{18DC9378-3969-4356-9357-C227DFCDDAAA}" type="presParOf" srcId="{ED8E230E-A5C9-490C-9214-76EBCE7572C6}" destId="{F3C7E609-8E88-4EDA-87D1-9E5FBE5F852C}" srcOrd="1" destOrd="0" presId="urn:microsoft.com/office/officeart/2005/8/layout/process2"/>
    <dgm:cxn modelId="{F771A899-448F-49B4-8958-F4D3A06A51B1}" type="presParOf" srcId="{F3C7E609-8E88-4EDA-87D1-9E5FBE5F852C}" destId="{72DEBC41-8CD3-426E-9E0D-FBFAE3DABA58}" srcOrd="0" destOrd="0" presId="urn:microsoft.com/office/officeart/2005/8/layout/process2"/>
    <dgm:cxn modelId="{D378CF6B-28E6-4862-B12B-ECA22FC71B77}" type="presParOf" srcId="{ED8E230E-A5C9-490C-9214-76EBCE7572C6}" destId="{92B28800-8D80-4B60-BB71-42E3EDB0A85B}" srcOrd="2" destOrd="0" presId="urn:microsoft.com/office/officeart/2005/8/layout/process2"/>
    <dgm:cxn modelId="{DCCD1F31-746D-4F51-B578-F890CCA089C4}" type="presParOf" srcId="{ED8E230E-A5C9-490C-9214-76EBCE7572C6}" destId="{89ADE957-7607-4A7E-AA3B-49484B99CC72}" srcOrd="3" destOrd="0" presId="urn:microsoft.com/office/officeart/2005/8/layout/process2"/>
    <dgm:cxn modelId="{0C33F9CF-5C4C-4186-9950-6734BD40AB54}" type="presParOf" srcId="{89ADE957-7607-4A7E-AA3B-49484B99CC72}" destId="{743955E0-46BC-4E45-BBC5-881613CAA4B8}" srcOrd="0" destOrd="0" presId="urn:microsoft.com/office/officeart/2005/8/layout/process2"/>
    <dgm:cxn modelId="{C7ED210D-BAA6-452E-B4D6-AE15F2E35B33}" type="presParOf" srcId="{ED8E230E-A5C9-490C-9214-76EBCE7572C6}" destId="{41197E18-C2C9-4EDB-BA91-2B8030ACA12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A04AC-7401-44FD-AE01-E02B5C21B7BE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98CC1BA8-14B5-40DE-95C9-72AEB36597D5}">
      <dgm:prSet phldrT="[Κείμενο]"/>
      <dgm:spPr/>
      <dgm:t>
        <a:bodyPr/>
        <a:lstStyle/>
        <a:p>
          <a:r>
            <a:rPr lang="en-US" dirty="0"/>
            <a:t>IMDb Dataset</a:t>
          </a:r>
        </a:p>
      </dgm:t>
    </dgm:pt>
    <dgm:pt modelId="{FB80C496-F833-4405-AD6E-EF40120F675E}" type="parTrans" cxnId="{E940BC1D-7CCA-4179-80EB-7660BF82A8AF}">
      <dgm:prSet/>
      <dgm:spPr/>
      <dgm:t>
        <a:bodyPr/>
        <a:lstStyle/>
        <a:p>
          <a:endParaRPr lang="en-US"/>
        </a:p>
      </dgm:t>
    </dgm:pt>
    <dgm:pt modelId="{5A040936-5782-457C-A65F-947286620552}" type="sibTrans" cxnId="{E940BC1D-7CCA-4179-80EB-7660BF82A8AF}">
      <dgm:prSet/>
      <dgm:spPr/>
      <dgm:t>
        <a:bodyPr/>
        <a:lstStyle/>
        <a:p>
          <a:endParaRPr lang="en-US"/>
        </a:p>
      </dgm:t>
    </dgm:pt>
    <dgm:pt modelId="{5F0056C8-00E5-49FA-AB13-4B943E9E78B8}">
      <dgm:prSet phldrT="[Κείμενο]"/>
      <dgm:spPr/>
      <dgm:t>
        <a:bodyPr/>
        <a:lstStyle/>
        <a:p>
          <a:r>
            <a:rPr lang="el-GR" dirty="0" err="1"/>
            <a:t>Προεπεξεργασία</a:t>
          </a:r>
          <a:r>
            <a:rPr lang="el-GR" dirty="0"/>
            <a:t> δεδομένων</a:t>
          </a:r>
          <a:endParaRPr lang="en-US" dirty="0"/>
        </a:p>
      </dgm:t>
    </dgm:pt>
    <dgm:pt modelId="{FE09AE51-AF0D-4388-A4F0-AA7394219277}" type="parTrans" cxnId="{F168801B-BA69-4221-8AA5-20844CB15CCB}">
      <dgm:prSet/>
      <dgm:spPr/>
      <dgm:t>
        <a:bodyPr/>
        <a:lstStyle/>
        <a:p>
          <a:endParaRPr lang="en-US"/>
        </a:p>
      </dgm:t>
    </dgm:pt>
    <dgm:pt modelId="{02BE9108-3DEC-4006-B614-0AA43A5AB541}" type="sibTrans" cxnId="{F168801B-BA69-4221-8AA5-20844CB15CCB}">
      <dgm:prSet/>
      <dgm:spPr/>
      <dgm:t>
        <a:bodyPr/>
        <a:lstStyle/>
        <a:p>
          <a:endParaRPr lang="en-US"/>
        </a:p>
      </dgm:t>
    </dgm:pt>
    <dgm:pt modelId="{86727422-6D4E-4B9C-9721-E662DDA57EA2}">
      <dgm:prSet phldrT="[Κείμενο]"/>
      <dgm:spPr/>
      <dgm:t>
        <a:bodyPr/>
        <a:lstStyle/>
        <a:p>
          <a:r>
            <a:rPr lang="el-GR" dirty="0"/>
            <a:t>Εισαγωγή σε SQLite και MongoDB</a:t>
          </a:r>
          <a:endParaRPr lang="en-US" dirty="0"/>
        </a:p>
      </dgm:t>
    </dgm:pt>
    <dgm:pt modelId="{E519DEF1-B50E-43E2-AEFA-90742D358CB7}" type="parTrans" cxnId="{B3060F74-C33C-4C56-9F36-C003DB357D15}">
      <dgm:prSet/>
      <dgm:spPr/>
      <dgm:t>
        <a:bodyPr/>
        <a:lstStyle/>
        <a:p>
          <a:endParaRPr lang="en-US"/>
        </a:p>
      </dgm:t>
    </dgm:pt>
    <dgm:pt modelId="{B7462DAA-27F4-4B9B-8F05-B5F48D1B03D2}" type="sibTrans" cxnId="{B3060F74-C33C-4C56-9F36-C003DB357D15}">
      <dgm:prSet/>
      <dgm:spPr/>
      <dgm:t>
        <a:bodyPr/>
        <a:lstStyle/>
        <a:p>
          <a:endParaRPr lang="en-US"/>
        </a:p>
      </dgm:t>
    </dgm:pt>
    <dgm:pt modelId="{46F31A3B-9680-4A7D-A87C-FDE28F65A64F}">
      <dgm:prSet phldrT="[Κείμενο]"/>
      <dgm:spPr/>
      <dgm:t>
        <a:bodyPr/>
        <a:lstStyle/>
        <a:p>
          <a:r>
            <a:rPr lang="el-GR" dirty="0"/>
            <a:t>Εκτέλεση κοινών ερωτημάτων</a:t>
          </a:r>
          <a:endParaRPr lang="en-US" dirty="0"/>
        </a:p>
      </dgm:t>
    </dgm:pt>
    <dgm:pt modelId="{14A81499-615E-462E-8AC4-ABFA7AE0A1E5}" type="parTrans" cxnId="{8A9D2496-FCCB-499F-96D0-EA48C7450118}">
      <dgm:prSet/>
      <dgm:spPr/>
      <dgm:t>
        <a:bodyPr/>
        <a:lstStyle/>
        <a:p>
          <a:endParaRPr lang="en-US"/>
        </a:p>
      </dgm:t>
    </dgm:pt>
    <dgm:pt modelId="{7A654DFB-54FC-446F-BD79-6294B5FFD5FC}" type="sibTrans" cxnId="{8A9D2496-FCCB-499F-96D0-EA48C7450118}">
      <dgm:prSet/>
      <dgm:spPr/>
      <dgm:t>
        <a:bodyPr/>
        <a:lstStyle/>
        <a:p>
          <a:endParaRPr lang="en-US"/>
        </a:p>
      </dgm:t>
    </dgm:pt>
    <dgm:pt modelId="{2121372F-67DE-4CEF-BA19-23B5334CCC44}">
      <dgm:prSet phldrT="[Κείμενο]"/>
      <dgm:spPr/>
      <dgm:t>
        <a:bodyPr/>
        <a:lstStyle/>
        <a:p>
          <a:r>
            <a:rPr lang="el-GR" dirty="0"/>
            <a:t>Σύγκριση αποτελεσμάτων και απόδοσης</a:t>
          </a:r>
          <a:endParaRPr lang="en-US" dirty="0"/>
        </a:p>
      </dgm:t>
    </dgm:pt>
    <dgm:pt modelId="{86E19F12-E667-4334-89F7-2F77E18C6161}" type="parTrans" cxnId="{4466BDC9-9676-4CB9-99FD-603E945D2789}">
      <dgm:prSet/>
      <dgm:spPr/>
      <dgm:t>
        <a:bodyPr/>
        <a:lstStyle/>
        <a:p>
          <a:endParaRPr lang="en-US"/>
        </a:p>
      </dgm:t>
    </dgm:pt>
    <dgm:pt modelId="{A3073CC0-17F9-4246-8801-24715BF2C47A}" type="sibTrans" cxnId="{4466BDC9-9676-4CB9-99FD-603E945D2789}">
      <dgm:prSet/>
      <dgm:spPr/>
      <dgm:t>
        <a:bodyPr/>
        <a:lstStyle/>
        <a:p>
          <a:endParaRPr lang="en-US"/>
        </a:p>
      </dgm:t>
    </dgm:pt>
    <dgm:pt modelId="{F404B8A2-B866-49C8-A7F2-31F1B8E804DB}" type="pres">
      <dgm:prSet presAssocID="{B7EA04AC-7401-44FD-AE01-E02B5C21B7BE}" presName="linearFlow" presStyleCnt="0">
        <dgm:presLayoutVars>
          <dgm:resizeHandles val="exact"/>
        </dgm:presLayoutVars>
      </dgm:prSet>
      <dgm:spPr/>
    </dgm:pt>
    <dgm:pt modelId="{DFD80B2E-869C-45F9-A8DD-9582DC4B98D2}" type="pres">
      <dgm:prSet presAssocID="{98CC1BA8-14B5-40DE-95C9-72AEB36597D5}" presName="node" presStyleLbl="node1" presStyleIdx="0" presStyleCnt="5" custLinFactNeighborX="0" custLinFactNeighborY="12432">
        <dgm:presLayoutVars>
          <dgm:bulletEnabled val="1"/>
        </dgm:presLayoutVars>
      </dgm:prSet>
      <dgm:spPr/>
    </dgm:pt>
    <dgm:pt modelId="{8696AA99-7F70-499F-8483-880ADF170252}" type="pres">
      <dgm:prSet presAssocID="{5A040936-5782-457C-A65F-947286620552}" presName="sibTrans" presStyleLbl="sibTrans2D1" presStyleIdx="0" presStyleCnt="4"/>
      <dgm:spPr/>
    </dgm:pt>
    <dgm:pt modelId="{B839399D-4CF9-4ED3-8DBE-EC9347DD5B70}" type="pres">
      <dgm:prSet presAssocID="{5A040936-5782-457C-A65F-947286620552}" presName="connectorText" presStyleLbl="sibTrans2D1" presStyleIdx="0" presStyleCnt="4"/>
      <dgm:spPr/>
    </dgm:pt>
    <dgm:pt modelId="{780E0913-9271-46C0-BD15-CD5EE80702A4}" type="pres">
      <dgm:prSet presAssocID="{5F0056C8-00E5-49FA-AB13-4B943E9E78B8}" presName="node" presStyleLbl="node1" presStyleIdx="1" presStyleCnt="5">
        <dgm:presLayoutVars>
          <dgm:bulletEnabled val="1"/>
        </dgm:presLayoutVars>
      </dgm:prSet>
      <dgm:spPr/>
    </dgm:pt>
    <dgm:pt modelId="{E8B59D39-EC4E-40B1-85EF-2D1EE1A153C3}" type="pres">
      <dgm:prSet presAssocID="{02BE9108-3DEC-4006-B614-0AA43A5AB541}" presName="sibTrans" presStyleLbl="sibTrans2D1" presStyleIdx="1" presStyleCnt="4"/>
      <dgm:spPr/>
    </dgm:pt>
    <dgm:pt modelId="{0F98FB7A-4873-4C3F-8077-9AC083021D5C}" type="pres">
      <dgm:prSet presAssocID="{02BE9108-3DEC-4006-B614-0AA43A5AB541}" presName="connectorText" presStyleLbl="sibTrans2D1" presStyleIdx="1" presStyleCnt="4"/>
      <dgm:spPr/>
    </dgm:pt>
    <dgm:pt modelId="{4FBBAD62-2C26-499B-8727-EAAEA5B18A88}" type="pres">
      <dgm:prSet presAssocID="{86727422-6D4E-4B9C-9721-E662DDA57EA2}" presName="node" presStyleLbl="node1" presStyleIdx="2" presStyleCnt="5">
        <dgm:presLayoutVars>
          <dgm:bulletEnabled val="1"/>
        </dgm:presLayoutVars>
      </dgm:prSet>
      <dgm:spPr/>
    </dgm:pt>
    <dgm:pt modelId="{C8CC95A8-3CB2-47FD-B8E1-70637144F4EC}" type="pres">
      <dgm:prSet presAssocID="{B7462DAA-27F4-4B9B-8F05-B5F48D1B03D2}" presName="sibTrans" presStyleLbl="sibTrans2D1" presStyleIdx="2" presStyleCnt="4"/>
      <dgm:spPr/>
    </dgm:pt>
    <dgm:pt modelId="{C464EA9E-2613-4234-A6A7-5A9F7A9A4342}" type="pres">
      <dgm:prSet presAssocID="{B7462DAA-27F4-4B9B-8F05-B5F48D1B03D2}" presName="connectorText" presStyleLbl="sibTrans2D1" presStyleIdx="2" presStyleCnt="4"/>
      <dgm:spPr/>
    </dgm:pt>
    <dgm:pt modelId="{C74C1FD7-4B31-4E63-B12B-B343B7F46FFE}" type="pres">
      <dgm:prSet presAssocID="{46F31A3B-9680-4A7D-A87C-FDE28F65A64F}" presName="node" presStyleLbl="node1" presStyleIdx="3" presStyleCnt="5">
        <dgm:presLayoutVars>
          <dgm:bulletEnabled val="1"/>
        </dgm:presLayoutVars>
      </dgm:prSet>
      <dgm:spPr/>
    </dgm:pt>
    <dgm:pt modelId="{AFDCC4E1-41CF-4075-B2F9-EE0FB8426FC7}" type="pres">
      <dgm:prSet presAssocID="{7A654DFB-54FC-446F-BD79-6294B5FFD5FC}" presName="sibTrans" presStyleLbl="sibTrans2D1" presStyleIdx="3" presStyleCnt="4"/>
      <dgm:spPr/>
    </dgm:pt>
    <dgm:pt modelId="{87E39432-CA7B-402F-8CE3-88EF08DFD52F}" type="pres">
      <dgm:prSet presAssocID="{7A654DFB-54FC-446F-BD79-6294B5FFD5FC}" presName="connectorText" presStyleLbl="sibTrans2D1" presStyleIdx="3" presStyleCnt="4"/>
      <dgm:spPr/>
    </dgm:pt>
    <dgm:pt modelId="{D815C420-6F73-4E8D-8184-2748167EC8FA}" type="pres">
      <dgm:prSet presAssocID="{2121372F-67DE-4CEF-BA19-23B5334CCC44}" presName="node" presStyleLbl="node1" presStyleIdx="4" presStyleCnt="5">
        <dgm:presLayoutVars>
          <dgm:bulletEnabled val="1"/>
        </dgm:presLayoutVars>
      </dgm:prSet>
      <dgm:spPr/>
    </dgm:pt>
  </dgm:ptLst>
  <dgm:cxnLst>
    <dgm:cxn modelId="{28874F03-BA46-45DD-993F-FBFF8A386FF2}" type="presOf" srcId="{2121372F-67DE-4CEF-BA19-23B5334CCC44}" destId="{D815C420-6F73-4E8D-8184-2748167EC8FA}" srcOrd="0" destOrd="0" presId="urn:microsoft.com/office/officeart/2005/8/layout/process2"/>
    <dgm:cxn modelId="{928EF10C-482F-4D47-AFD9-25874CC4EFBD}" type="presOf" srcId="{98CC1BA8-14B5-40DE-95C9-72AEB36597D5}" destId="{DFD80B2E-869C-45F9-A8DD-9582DC4B98D2}" srcOrd="0" destOrd="0" presId="urn:microsoft.com/office/officeart/2005/8/layout/process2"/>
    <dgm:cxn modelId="{AA072211-B60A-4EE3-9ED1-6BF23FAB4B1D}" type="presOf" srcId="{86727422-6D4E-4B9C-9721-E662DDA57EA2}" destId="{4FBBAD62-2C26-499B-8727-EAAEA5B18A88}" srcOrd="0" destOrd="0" presId="urn:microsoft.com/office/officeart/2005/8/layout/process2"/>
    <dgm:cxn modelId="{32DB4814-C17A-4C7B-885C-1DE35CB9B924}" type="presOf" srcId="{5A040936-5782-457C-A65F-947286620552}" destId="{B839399D-4CF9-4ED3-8DBE-EC9347DD5B70}" srcOrd="1" destOrd="0" presId="urn:microsoft.com/office/officeart/2005/8/layout/process2"/>
    <dgm:cxn modelId="{F168801B-BA69-4221-8AA5-20844CB15CCB}" srcId="{B7EA04AC-7401-44FD-AE01-E02B5C21B7BE}" destId="{5F0056C8-00E5-49FA-AB13-4B943E9E78B8}" srcOrd="1" destOrd="0" parTransId="{FE09AE51-AF0D-4388-A4F0-AA7394219277}" sibTransId="{02BE9108-3DEC-4006-B614-0AA43A5AB541}"/>
    <dgm:cxn modelId="{E940BC1D-7CCA-4179-80EB-7660BF82A8AF}" srcId="{B7EA04AC-7401-44FD-AE01-E02B5C21B7BE}" destId="{98CC1BA8-14B5-40DE-95C9-72AEB36597D5}" srcOrd="0" destOrd="0" parTransId="{FB80C496-F833-4405-AD6E-EF40120F675E}" sibTransId="{5A040936-5782-457C-A65F-947286620552}"/>
    <dgm:cxn modelId="{70152749-EB3D-4BC0-9C2F-FA4A17D7EB46}" type="presOf" srcId="{7A654DFB-54FC-446F-BD79-6294B5FFD5FC}" destId="{AFDCC4E1-41CF-4075-B2F9-EE0FB8426FC7}" srcOrd="0" destOrd="0" presId="urn:microsoft.com/office/officeart/2005/8/layout/process2"/>
    <dgm:cxn modelId="{B3060F74-C33C-4C56-9F36-C003DB357D15}" srcId="{B7EA04AC-7401-44FD-AE01-E02B5C21B7BE}" destId="{86727422-6D4E-4B9C-9721-E662DDA57EA2}" srcOrd="2" destOrd="0" parTransId="{E519DEF1-B50E-43E2-AEFA-90742D358CB7}" sibTransId="{B7462DAA-27F4-4B9B-8F05-B5F48D1B03D2}"/>
    <dgm:cxn modelId="{26F8EC5A-86B3-405F-A370-31F1254A0FC5}" type="presOf" srcId="{B7462DAA-27F4-4B9B-8F05-B5F48D1B03D2}" destId="{C464EA9E-2613-4234-A6A7-5A9F7A9A4342}" srcOrd="1" destOrd="0" presId="urn:microsoft.com/office/officeart/2005/8/layout/process2"/>
    <dgm:cxn modelId="{B1222593-F6CA-4CDA-BECC-8C3A3091FC0E}" type="presOf" srcId="{B7462DAA-27F4-4B9B-8F05-B5F48D1B03D2}" destId="{C8CC95A8-3CB2-47FD-B8E1-70637144F4EC}" srcOrd="0" destOrd="0" presId="urn:microsoft.com/office/officeart/2005/8/layout/process2"/>
    <dgm:cxn modelId="{8A9D2496-FCCB-499F-96D0-EA48C7450118}" srcId="{B7EA04AC-7401-44FD-AE01-E02B5C21B7BE}" destId="{46F31A3B-9680-4A7D-A87C-FDE28F65A64F}" srcOrd="3" destOrd="0" parTransId="{14A81499-615E-462E-8AC4-ABFA7AE0A1E5}" sibTransId="{7A654DFB-54FC-446F-BD79-6294B5FFD5FC}"/>
    <dgm:cxn modelId="{142A39B9-27F6-421F-AEA2-368EDB78BABD}" type="presOf" srcId="{02BE9108-3DEC-4006-B614-0AA43A5AB541}" destId="{0F98FB7A-4873-4C3F-8077-9AC083021D5C}" srcOrd="1" destOrd="0" presId="urn:microsoft.com/office/officeart/2005/8/layout/process2"/>
    <dgm:cxn modelId="{DDF087C2-CF0F-44D0-B772-82E08DDED097}" type="presOf" srcId="{B7EA04AC-7401-44FD-AE01-E02B5C21B7BE}" destId="{F404B8A2-B866-49C8-A7F2-31F1B8E804DB}" srcOrd="0" destOrd="0" presId="urn:microsoft.com/office/officeart/2005/8/layout/process2"/>
    <dgm:cxn modelId="{4466BDC9-9676-4CB9-99FD-603E945D2789}" srcId="{B7EA04AC-7401-44FD-AE01-E02B5C21B7BE}" destId="{2121372F-67DE-4CEF-BA19-23B5334CCC44}" srcOrd="4" destOrd="0" parTransId="{86E19F12-E667-4334-89F7-2F77E18C6161}" sibTransId="{A3073CC0-17F9-4246-8801-24715BF2C47A}"/>
    <dgm:cxn modelId="{43F9C6CE-50FD-44E3-B2F9-C9F3DE7E5F95}" type="presOf" srcId="{5A040936-5782-457C-A65F-947286620552}" destId="{8696AA99-7F70-499F-8483-880ADF170252}" srcOrd="0" destOrd="0" presId="urn:microsoft.com/office/officeart/2005/8/layout/process2"/>
    <dgm:cxn modelId="{2310C3ED-3A77-41A4-8385-6A71239FB834}" type="presOf" srcId="{02BE9108-3DEC-4006-B614-0AA43A5AB541}" destId="{E8B59D39-EC4E-40B1-85EF-2D1EE1A153C3}" srcOrd="0" destOrd="0" presId="urn:microsoft.com/office/officeart/2005/8/layout/process2"/>
    <dgm:cxn modelId="{1632E1EF-FED7-417F-80F5-7B5E0AFD533B}" type="presOf" srcId="{46F31A3B-9680-4A7D-A87C-FDE28F65A64F}" destId="{C74C1FD7-4B31-4E63-B12B-B343B7F46FFE}" srcOrd="0" destOrd="0" presId="urn:microsoft.com/office/officeart/2005/8/layout/process2"/>
    <dgm:cxn modelId="{239D01F5-2D12-46C3-9699-ACE2E7773446}" type="presOf" srcId="{5F0056C8-00E5-49FA-AB13-4B943E9E78B8}" destId="{780E0913-9271-46C0-BD15-CD5EE80702A4}" srcOrd="0" destOrd="0" presId="urn:microsoft.com/office/officeart/2005/8/layout/process2"/>
    <dgm:cxn modelId="{152AF6F5-944A-4510-B1FF-A7761FF1B9DF}" type="presOf" srcId="{7A654DFB-54FC-446F-BD79-6294B5FFD5FC}" destId="{87E39432-CA7B-402F-8CE3-88EF08DFD52F}" srcOrd="1" destOrd="0" presId="urn:microsoft.com/office/officeart/2005/8/layout/process2"/>
    <dgm:cxn modelId="{7351FB02-CA83-474A-A96B-322414D3B999}" type="presParOf" srcId="{F404B8A2-B866-49C8-A7F2-31F1B8E804DB}" destId="{DFD80B2E-869C-45F9-A8DD-9582DC4B98D2}" srcOrd="0" destOrd="0" presId="urn:microsoft.com/office/officeart/2005/8/layout/process2"/>
    <dgm:cxn modelId="{DE4E9EFE-0503-429D-9A70-C055C22F4F5D}" type="presParOf" srcId="{F404B8A2-B866-49C8-A7F2-31F1B8E804DB}" destId="{8696AA99-7F70-499F-8483-880ADF170252}" srcOrd="1" destOrd="0" presId="urn:microsoft.com/office/officeart/2005/8/layout/process2"/>
    <dgm:cxn modelId="{FD07C023-B123-4739-96E5-42060720697E}" type="presParOf" srcId="{8696AA99-7F70-499F-8483-880ADF170252}" destId="{B839399D-4CF9-4ED3-8DBE-EC9347DD5B70}" srcOrd="0" destOrd="0" presId="urn:microsoft.com/office/officeart/2005/8/layout/process2"/>
    <dgm:cxn modelId="{066D2437-0F35-4D76-9F1D-5216EFB09495}" type="presParOf" srcId="{F404B8A2-B866-49C8-A7F2-31F1B8E804DB}" destId="{780E0913-9271-46C0-BD15-CD5EE80702A4}" srcOrd="2" destOrd="0" presId="urn:microsoft.com/office/officeart/2005/8/layout/process2"/>
    <dgm:cxn modelId="{6F10DAB2-0461-42A2-9648-79E7617AF91D}" type="presParOf" srcId="{F404B8A2-B866-49C8-A7F2-31F1B8E804DB}" destId="{E8B59D39-EC4E-40B1-85EF-2D1EE1A153C3}" srcOrd="3" destOrd="0" presId="urn:microsoft.com/office/officeart/2005/8/layout/process2"/>
    <dgm:cxn modelId="{FA8A710A-6CDC-4A39-80DE-0232FBBC806D}" type="presParOf" srcId="{E8B59D39-EC4E-40B1-85EF-2D1EE1A153C3}" destId="{0F98FB7A-4873-4C3F-8077-9AC083021D5C}" srcOrd="0" destOrd="0" presId="urn:microsoft.com/office/officeart/2005/8/layout/process2"/>
    <dgm:cxn modelId="{F7054A94-5592-4BC2-A31E-94F6E780FBE4}" type="presParOf" srcId="{F404B8A2-B866-49C8-A7F2-31F1B8E804DB}" destId="{4FBBAD62-2C26-499B-8727-EAAEA5B18A88}" srcOrd="4" destOrd="0" presId="urn:microsoft.com/office/officeart/2005/8/layout/process2"/>
    <dgm:cxn modelId="{32A1A380-B35F-4FA6-90AF-FBBC67E6D130}" type="presParOf" srcId="{F404B8A2-B866-49C8-A7F2-31F1B8E804DB}" destId="{C8CC95A8-3CB2-47FD-B8E1-70637144F4EC}" srcOrd="5" destOrd="0" presId="urn:microsoft.com/office/officeart/2005/8/layout/process2"/>
    <dgm:cxn modelId="{72A5DCD9-7164-41AB-ABE4-61A6AAF49708}" type="presParOf" srcId="{C8CC95A8-3CB2-47FD-B8E1-70637144F4EC}" destId="{C464EA9E-2613-4234-A6A7-5A9F7A9A4342}" srcOrd="0" destOrd="0" presId="urn:microsoft.com/office/officeart/2005/8/layout/process2"/>
    <dgm:cxn modelId="{C29CBB71-3CA9-4D47-937B-9099E900A83B}" type="presParOf" srcId="{F404B8A2-B866-49C8-A7F2-31F1B8E804DB}" destId="{C74C1FD7-4B31-4E63-B12B-B343B7F46FFE}" srcOrd="6" destOrd="0" presId="urn:microsoft.com/office/officeart/2005/8/layout/process2"/>
    <dgm:cxn modelId="{DD3A9B78-4282-48DB-8995-D72E7696BF58}" type="presParOf" srcId="{F404B8A2-B866-49C8-A7F2-31F1B8E804DB}" destId="{AFDCC4E1-41CF-4075-B2F9-EE0FB8426FC7}" srcOrd="7" destOrd="0" presId="urn:microsoft.com/office/officeart/2005/8/layout/process2"/>
    <dgm:cxn modelId="{FEF6B9C5-222A-4DB1-AFD4-FF81AB2DE150}" type="presParOf" srcId="{AFDCC4E1-41CF-4075-B2F9-EE0FB8426FC7}" destId="{87E39432-CA7B-402F-8CE3-88EF08DFD52F}" srcOrd="0" destOrd="0" presId="urn:microsoft.com/office/officeart/2005/8/layout/process2"/>
    <dgm:cxn modelId="{DCF879AF-8B63-409A-81E5-22EA19DE1533}" type="presParOf" srcId="{F404B8A2-B866-49C8-A7F2-31F1B8E804DB}" destId="{D815C420-6F73-4E8D-8184-2748167EC8FA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05F017-DDF0-4043-BDC7-A273E76DEB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E202F3-9B11-475B-851C-82645F619A3A}">
      <dgm:prSet/>
      <dgm:spPr/>
      <dgm:t>
        <a:bodyPr/>
        <a:lstStyle/>
        <a:p>
          <a:r>
            <a:rPr lang="en-US" dirty="0"/>
            <a:t>actors</a:t>
          </a:r>
          <a:r>
            <a:rPr lang="el-GR" dirty="0"/>
            <a:t> </a:t>
          </a:r>
          <a:r>
            <a:rPr lang="en-US" dirty="0"/>
            <a:t>actor_id name</a:t>
          </a:r>
        </a:p>
      </dgm:t>
    </dgm:pt>
    <dgm:pt modelId="{EC696574-BB7B-4A28-B7F0-B5AF3E70219D}" type="parTrans" cxnId="{0A1C0D6D-EF61-426E-87DD-EB40047D3850}">
      <dgm:prSet/>
      <dgm:spPr/>
      <dgm:t>
        <a:bodyPr/>
        <a:lstStyle/>
        <a:p>
          <a:endParaRPr lang="en-US"/>
        </a:p>
      </dgm:t>
    </dgm:pt>
    <dgm:pt modelId="{6D0740DC-AD40-4C38-BF90-C4214456522D}" type="sibTrans" cxnId="{0A1C0D6D-EF61-426E-87DD-EB40047D3850}">
      <dgm:prSet/>
      <dgm:spPr/>
      <dgm:t>
        <a:bodyPr/>
        <a:lstStyle/>
        <a:p>
          <a:endParaRPr lang="en-US"/>
        </a:p>
      </dgm:t>
    </dgm:pt>
    <dgm:pt modelId="{1EA138BE-B37E-410B-BD4A-4B9610E6B992}" type="pres">
      <dgm:prSet presAssocID="{EE05F017-DDF0-4043-BDC7-A273E76DEBFC}" presName="linear" presStyleCnt="0">
        <dgm:presLayoutVars>
          <dgm:animLvl val="lvl"/>
          <dgm:resizeHandles val="exact"/>
        </dgm:presLayoutVars>
      </dgm:prSet>
      <dgm:spPr/>
    </dgm:pt>
    <dgm:pt modelId="{4B565D44-4053-44C2-A588-30F8FE4F18F5}" type="pres">
      <dgm:prSet presAssocID="{83E202F3-9B11-475B-851C-82645F619A3A}" presName="parentText" presStyleLbl="node1" presStyleIdx="0" presStyleCnt="1" custLinFactNeighborX="-26805" custLinFactNeighborY="49006">
        <dgm:presLayoutVars>
          <dgm:chMax val="0"/>
          <dgm:bulletEnabled val="1"/>
        </dgm:presLayoutVars>
      </dgm:prSet>
      <dgm:spPr/>
    </dgm:pt>
  </dgm:ptLst>
  <dgm:cxnLst>
    <dgm:cxn modelId="{0A1C0D6D-EF61-426E-87DD-EB40047D3850}" srcId="{EE05F017-DDF0-4043-BDC7-A273E76DEBFC}" destId="{83E202F3-9B11-475B-851C-82645F619A3A}" srcOrd="0" destOrd="0" parTransId="{EC696574-BB7B-4A28-B7F0-B5AF3E70219D}" sibTransId="{6D0740DC-AD40-4C38-BF90-C4214456522D}"/>
    <dgm:cxn modelId="{AF0B578A-B0AE-4387-8EDA-C93D05506184}" type="presOf" srcId="{EE05F017-DDF0-4043-BDC7-A273E76DEBFC}" destId="{1EA138BE-B37E-410B-BD4A-4B9610E6B992}" srcOrd="0" destOrd="0" presId="urn:microsoft.com/office/officeart/2005/8/layout/vList2"/>
    <dgm:cxn modelId="{8EBBABBD-E685-4524-BF83-F0529CAFB147}" type="presOf" srcId="{83E202F3-9B11-475B-851C-82645F619A3A}" destId="{4B565D44-4053-44C2-A588-30F8FE4F18F5}" srcOrd="0" destOrd="0" presId="urn:microsoft.com/office/officeart/2005/8/layout/vList2"/>
    <dgm:cxn modelId="{BD3915E3-FAAB-401C-B589-FD5A02526F79}" type="presParOf" srcId="{1EA138BE-B37E-410B-BD4A-4B9610E6B992}" destId="{4B565D44-4053-44C2-A588-30F8FE4F18F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EA2785-02ED-4F5F-AE48-87A427A856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101693-7F84-4E62-BA8B-5DE5277784CA}">
      <dgm:prSet/>
      <dgm:spPr/>
      <dgm:t>
        <a:bodyPr/>
        <a:lstStyle/>
        <a:p>
          <a:r>
            <a:rPr lang="en-US" dirty="0"/>
            <a:t>movie_actors</a:t>
          </a:r>
          <a:r>
            <a:rPr lang="el-GR" dirty="0"/>
            <a:t> </a:t>
          </a:r>
          <a:r>
            <a:rPr lang="en-US" dirty="0"/>
            <a:t> movie_id actor_id</a:t>
          </a:r>
        </a:p>
      </dgm:t>
    </dgm:pt>
    <dgm:pt modelId="{4A147C1B-F9AC-4D30-BE01-D81737C4BC95}" type="parTrans" cxnId="{8BDABFAD-366A-4130-ACF5-BACBECCB47F2}">
      <dgm:prSet/>
      <dgm:spPr/>
      <dgm:t>
        <a:bodyPr/>
        <a:lstStyle/>
        <a:p>
          <a:endParaRPr lang="en-US"/>
        </a:p>
      </dgm:t>
    </dgm:pt>
    <dgm:pt modelId="{906930C3-EF61-4F26-A5D3-0DFFFD52A33E}" type="sibTrans" cxnId="{8BDABFAD-366A-4130-ACF5-BACBECCB47F2}">
      <dgm:prSet/>
      <dgm:spPr/>
      <dgm:t>
        <a:bodyPr/>
        <a:lstStyle/>
        <a:p>
          <a:endParaRPr lang="en-US"/>
        </a:p>
      </dgm:t>
    </dgm:pt>
    <dgm:pt modelId="{097957BB-95F9-4CC2-949C-12D1CF7C7742}" type="pres">
      <dgm:prSet presAssocID="{E5EA2785-02ED-4F5F-AE48-87A427A856E6}" presName="linear" presStyleCnt="0">
        <dgm:presLayoutVars>
          <dgm:animLvl val="lvl"/>
          <dgm:resizeHandles val="exact"/>
        </dgm:presLayoutVars>
      </dgm:prSet>
      <dgm:spPr/>
    </dgm:pt>
    <dgm:pt modelId="{69D74CB6-89D6-4F4A-8EE0-404D36E9C215}" type="pres">
      <dgm:prSet presAssocID="{59101693-7F84-4E62-BA8B-5DE5277784CA}" presName="parentText" presStyleLbl="node1" presStyleIdx="0" presStyleCnt="1" custLinFactNeighborX="-30835" custLinFactNeighborY="54938">
        <dgm:presLayoutVars>
          <dgm:chMax val="0"/>
          <dgm:bulletEnabled val="1"/>
        </dgm:presLayoutVars>
      </dgm:prSet>
      <dgm:spPr/>
    </dgm:pt>
  </dgm:ptLst>
  <dgm:cxnLst>
    <dgm:cxn modelId="{BF11BA5F-73E6-4E73-8189-76687814A0A6}" type="presOf" srcId="{E5EA2785-02ED-4F5F-AE48-87A427A856E6}" destId="{097957BB-95F9-4CC2-949C-12D1CF7C7742}" srcOrd="0" destOrd="0" presId="urn:microsoft.com/office/officeart/2005/8/layout/vList2"/>
    <dgm:cxn modelId="{39774E7D-AE99-4076-885A-1114BBEB510C}" type="presOf" srcId="{59101693-7F84-4E62-BA8B-5DE5277784CA}" destId="{69D74CB6-89D6-4F4A-8EE0-404D36E9C215}" srcOrd="0" destOrd="0" presId="urn:microsoft.com/office/officeart/2005/8/layout/vList2"/>
    <dgm:cxn modelId="{8BDABFAD-366A-4130-ACF5-BACBECCB47F2}" srcId="{E5EA2785-02ED-4F5F-AE48-87A427A856E6}" destId="{59101693-7F84-4E62-BA8B-5DE5277784CA}" srcOrd="0" destOrd="0" parTransId="{4A147C1B-F9AC-4D30-BE01-D81737C4BC95}" sibTransId="{906930C3-EF61-4F26-A5D3-0DFFFD52A33E}"/>
    <dgm:cxn modelId="{F54F7486-BACD-4808-86E4-15DC1B616D4C}" type="presParOf" srcId="{097957BB-95F9-4CC2-949C-12D1CF7C7742}" destId="{69D74CB6-89D6-4F4A-8EE0-404D36E9C21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05F017-DDF0-4043-BDC7-A273E76DEB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E202F3-9B11-475B-851C-82645F619A3A}">
      <dgm:prSet/>
      <dgm:spPr/>
      <dgm:t>
        <a:bodyPr/>
        <a:lstStyle/>
        <a:p>
          <a:r>
            <a:rPr lang="en-US" dirty="0"/>
            <a:t>movies  movie_id title</a:t>
          </a:r>
        </a:p>
      </dgm:t>
    </dgm:pt>
    <dgm:pt modelId="{EC696574-BB7B-4A28-B7F0-B5AF3E70219D}" type="parTrans" cxnId="{0A1C0D6D-EF61-426E-87DD-EB40047D3850}">
      <dgm:prSet/>
      <dgm:spPr/>
      <dgm:t>
        <a:bodyPr/>
        <a:lstStyle/>
        <a:p>
          <a:endParaRPr lang="en-US"/>
        </a:p>
      </dgm:t>
    </dgm:pt>
    <dgm:pt modelId="{6D0740DC-AD40-4C38-BF90-C4214456522D}" type="sibTrans" cxnId="{0A1C0D6D-EF61-426E-87DD-EB40047D3850}">
      <dgm:prSet/>
      <dgm:spPr/>
      <dgm:t>
        <a:bodyPr/>
        <a:lstStyle/>
        <a:p>
          <a:endParaRPr lang="en-US"/>
        </a:p>
      </dgm:t>
    </dgm:pt>
    <dgm:pt modelId="{1EA138BE-B37E-410B-BD4A-4B9610E6B992}" type="pres">
      <dgm:prSet presAssocID="{EE05F017-DDF0-4043-BDC7-A273E76DEBFC}" presName="linear" presStyleCnt="0">
        <dgm:presLayoutVars>
          <dgm:animLvl val="lvl"/>
          <dgm:resizeHandles val="exact"/>
        </dgm:presLayoutVars>
      </dgm:prSet>
      <dgm:spPr/>
    </dgm:pt>
    <dgm:pt modelId="{4B565D44-4053-44C2-A588-30F8FE4F18F5}" type="pres">
      <dgm:prSet presAssocID="{83E202F3-9B11-475B-851C-82645F619A3A}" presName="parentText" presStyleLbl="node1" presStyleIdx="0" presStyleCnt="1" custLinFactNeighborX="11444" custLinFactNeighborY="1378">
        <dgm:presLayoutVars>
          <dgm:chMax val="0"/>
          <dgm:bulletEnabled val="1"/>
        </dgm:presLayoutVars>
      </dgm:prSet>
      <dgm:spPr/>
    </dgm:pt>
  </dgm:ptLst>
  <dgm:cxnLst>
    <dgm:cxn modelId="{0A1C0D6D-EF61-426E-87DD-EB40047D3850}" srcId="{EE05F017-DDF0-4043-BDC7-A273E76DEBFC}" destId="{83E202F3-9B11-475B-851C-82645F619A3A}" srcOrd="0" destOrd="0" parTransId="{EC696574-BB7B-4A28-B7F0-B5AF3E70219D}" sibTransId="{6D0740DC-AD40-4C38-BF90-C4214456522D}"/>
    <dgm:cxn modelId="{AF0B578A-B0AE-4387-8EDA-C93D05506184}" type="presOf" srcId="{EE05F017-DDF0-4043-BDC7-A273E76DEBFC}" destId="{1EA138BE-B37E-410B-BD4A-4B9610E6B992}" srcOrd="0" destOrd="0" presId="urn:microsoft.com/office/officeart/2005/8/layout/vList2"/>
    <dgm:cxn modelId="{8EBBABBD-E685-4524-BF83-F0529CAFB147}" type="presOf" srcId="{83E202F3-9B11-475B-851C-82645F619A3A}" destId="{4B565D44-4053-44C2-A588-30F8FE4F18F5}" srcOrd="0" destOrd="0" presId="urn:microsoft.com/office/officeart/2005/8/layout/vList2"/>
    <dgm:cxn modelId="{BD3915E3-FAAB-401C-B589-FD5A02526F79}" type="presParOf" srcId="{1EA138BE-B37E-410B-BD4A-4B9610E6B992}" destId="{4B565D44-4053-44C2-A588-30F8FE4F18F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E05F017-DDF0-4043-BDC7-A273E76DEB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E202F3-9B11-475B-851C-82645F619A3A}">
      <dgm:prSet custT="1"/>
      <dgm:spPr/>
      <dgm:t>
        <a:bodyPr/>
        <a:lstStyle/>
        <a:p>
          <a:r>
            <a:rPr lang="en-US" sz="1600" dirty="0"/>
            <a:t>movie_directors </a:t>
          </a:r>
          <a:r>
            <a:rPr lang="el-GR" sz="1600" dirty="0"/>
            <a:t>  </a:t>
          </a:r>
          <a:r>
            <a:rPr lang="en-US" sz="1600" dirty="0"/>
            <a:t>movie_id director_id</a:t>
          </a:r>
        </a:p>
      </dgm:t>
    </dgm:pt>
    <dgm:pt modelId="{EC696574-BB7B-4A28-B7F0-B5AF3E70219D}" type="parTrans" cxnId="{0A1C0D6D-EF61-426E-87DD-EB40047D3850}">
      <dgm:prSet/>
      <dgm:spPr/>
      <dgm:t>
        <a:bodyPr/>
        <a:lstStyle/>
        <a:p>
          <a:endParaRPr lang="en-US"/>
        </a:p>
      </dgm:t>
    </dgm:pt>
    <dgm:pt modelId="{6D0740DC-AD40-4C38-BF90-C4214456522D}" type="sibTrans" cxnId="{0A1C0D6D-EF61-426E-87DD-EB40047D3850}">
      <dgm:prSet/>
      <dgm:spPr/>
      <dgm:t>
        <a:bodyPr/>
        <a:lstStyle/>
        <a:p>
          <a:endParaRPr lang="en-US"/>
        </a:p>
      </dgm:t>
    </dgm:pt>
    <dgm:pt modelId="{1EA138BE-B37E-410B-BD4A-4B9610E6B992}" type="pres">
      <dgm:prSet presAssocID="{EE05F017-DDF0-4043-BDC7-A273E76DEBFC}" presName="linear" presStyleCnt="0">
        <dgm:presLayoutVars>
          <dgm:animLvl val="lvl"/>
          <dgm:resizeHandles val="exact"/>
        </dgm:presLayoutVars>
      </dgm:prSet>
      <dgm:spPr/>
    </dgm:pt>
    <dgm:pt modelId="{4B565D44-4053-44C2-A588-30F8FE4F18F5}" type="pres">
      <dgm:prSet presAssocID="{83E202F3-9B11-475B-851C-82645F619A3A}" presName="parentText" presStyleLbl="node1" presStyleIdx="0" presStyleCnt="1" custScaleY="426996" custLinFactY="100000" custLinFactNeighborX="-26237" custLinFactNeighborY="129993">
        <dgm:presLayoutVars>
          <dgm:chMax val="0"/>
          <dgm:bulletEnabled val="1"/>
        </dgm:presLayoutVars>
      </dgm:prSet>
      <dgm:spPr/>
    </dgm:pt>
  </dgm:ptLst>
  <dgm:cxnLst>
    <dgm:cxn modelId="{0A1C0D6D-EF61-426E-87DD-EB40047D3850}" srcId="{EE05F017-DDF0-4043-BDC7-A273E76DEBFC}" destId="{83E202F3-9B11-475B-851C-82645F619A3A}" srcOrd="0" destOrd="0" parTransId="{EC696574-BB7B-4A28-B7F0-B5AF3E70219D}" sibTransId="{6D0740DC-AD40-4C38-BF90-C4214456522D}"/>
    <dgm:cxn modelId="{AF0B578A-B0AE-4387-8EDA-C93D05506184}" type="presOf" srcId="{EE05F017-DDF0-4043-BDC7-A273E76DEBFC}" destId="{1EA138BE-B37E-410B-BD4A-4B9610E6B992}" srcOrd="0" destOrd="0" presId="urn:microsoft.com/office/officeart/2005/8/layout/vList2"/>
    <dgm:cxn modelId="{8EBBABBD-E685-4524-BF83-F0529CAFB147}" type="presOf" srcId="{83E202F3-9B11-475B-851C-82645F619A3A}" destId="{4B565D44-4053-44C2-A588-30F8FE4F18F5}" srcOrd="0" destOrd="0" presId="urn:microsoft.com/office/officeart/2005/8/layout/vList2"/>
    <dgm:cxn modelId="{BD3915E3-FAAB-401C-B589-FD5A02526F79}" type="presParOf" srcId="{1EA138BE-B37E-410B-BD4A-4B9610E6B992}" destId="{4B565D44-4053-44C2-A588-30F8FE4F18F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05F017-DDF0-4043-BDC7-A273E76DEB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E202F3-9B11-475B-851C-82645F619A3A}">
      <dgm:prSet/>
      <dgm:spPr/>
      <dgm:t>
        <a:bodyPr/>
        <a:lstStyle/>
        <a:p>
          <a:r>
            <a:rPr lang="en-US" dirty="0"/>
            <a:t>directors  director_id name</a:t>
          </a:r>
        </a:p>
      </dgm:t>
    </dgm:pt>
    <dgm:pt modelId="{EC696574-BB7B-4A28-B7F0-B5AF3E70219D}" type="parTrans" cxnId="{0A1C0D6D-EF61-426E-87DD-EB40047D3850}">
      <dgm:prSet/>
      <dgm:spPr/>
      <dgm:t>
        <a:bodyPr/>
        <a:lstStyle/>
        <a:p>
          <a:endParaRPr lang="en-US"/>
        </a:p>
      </dgm:t>
    </dgm:pt>
    <dgm:pt modelId="{6D0740DC-AD40-4C38-BF90-C4214456522D}" type="sibTrans" cxnId="{0A1C0D6D-EF61-426E-87DD-EB40047D3850}">
      <dgm:prSet/>
      <dgm:spPr/>
      <dgm:t>
        <a:bodyPr/>
        <a:lstStyle/>
        <a:p>
          <a:endParaRPr lang="en-US"/>
        </a:p>
      </dgm:t>
    </dgm:pt>
    <dgm:pt modelId="{1EA138BE-B37E-410B-BD4A-4B9610E6B992}" type="pres">
      <dgm:prSet presAssocID="{EE05F017-DDF0-4043-BDC7-A273E76DEBFC}" presName="linear" presStyleCnt="0">
        <dgm:presLayoutVars>
          <dgm:animLvl val="lvl"/>
          <dgm:resizeHandles val="exact"/>
        </dgm:presLayoutVars>
      </dgm:prSet>
      <dgm:spPr/>
    </dgm:pt>
    <dgm:pt modelId="{4B565D44-4053-44C2-A588-30F8FE4F18F5}" type="pres">
      <dgm:prSet presAssocID="{83E202F3-9B11-475B-851C-82645F619A3A}" presName="parentText" presStyleLbl="node1" presStyleIdx="0" presStyleCnt="1" custLinFactNeighborY="0">
        <dgm:presLayoutVars>
          <dgm:chMax val="0"/>
          <dgm:bulletEnabled val="1"/>
        </dgm:presLayoutVars>
      </dgm:prSet>
      <dgm:spPr/>
    </dgm:pt>
  </dgm:ptLst>
  <dgm:cxnLst>
    <dgm:cxn modelId="{0A1C0D6D-EF61-426E-87DD-EB40047D3850}" srcId="{EE05F017-DDF0-4043-BDC7-A273E76DEBFC}" destId="{83E202F3-9B11-475B-851C-82645F619A3A}" srcOrd="0" destOrd="0" parTransId="{EC696574-BB7B-4A28-B7F0-B5AF3E70219D}" sibTransId="{6D0740DC-AD40-4C38-BF90-C4214456522D}"/>
    <dgm:cxn modelId="{AF0B578A-B0AE-4387-8EDA-C93D05506184}" type="presOf" srcId="{EE05F017-DDF0-4043-BDC7-A273E76DEBFC}" destId="{1EA138BE-B37E-410B-BD4A-4B9610E6B992}" srcOrd="0" destOrd="0" presId="urn:microsoft.com/office/officeart/2005/8/layout/vList2"/>
    <dgm:cxn modelId="{8EBBABBD-E685-4524-BF83-F0529CAFB147}" type="presOf" srcId="{83E202F3-9B11-475B-851C-82645F619A3A}" destId="{4B565D44-4053-44C2-A588-30F8FE4F18F5}" srcOrd="0" destOrd="0" presId="urn:microsoft.com/office/officeart/2005/8/layout/vList2"/>
    <dgm:cxn modelId="{BD3915E3-FAAB-401C-B589-FD5A02526F79}" type="presParOf" srcId="{1EA138BE-B37E-410B-BD4A-4B9610E6B992}" destId="{4B565D44-4053-44C2-A588-30F8FE4F18F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43CAE-5A3A-4F1F-8A05-776CECD0C810}">
      <dsp:nvSpPr>
        <dsp:cNvPr id="0" name=""/>
        <dsp:cNvSpPr/>
      </dsp:nvSpPr>
      <dsp:spPr>
        <a:xfrm>
          <a:off x="0" y="0"/>
          <a:ext cx="1961147" cy="6464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IMDb Dataset</a:t>
          </a:r>
        </a:p>
      </dsp:txBody>
      <dsp:txXfrm>
        <a:off x="18935" y="18935"/>
        <a:ext cx="1923277" cy="608618"/>
      </dsp:txXfrm>
    </dsp:sp>
    <dsp:sp modelId="{F3C7E609-8E88-4EDA-87D1-9E5FBE5F852C}">
      <dsp:nvSpPr>
        <dsp:cNvPr id="0" name=""/>
        <dsp:cNvSpPr/>
      </dsp:nvSpPr>
      <dsp:spPr>
        <a:xfrm rot="5400000">
          <a:off x="859356" y="662650"/>
          <a:ext cx="242433" cy="2909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893297" y="686893"/>
        <a:ext cx="174551" cy="169703"/>
      </dsp:txXfrm>
    </dsp:sp>
    <dsp:sp modelId="{92B28800-8D80-4B60-BB71-42E3EDB0A85B}">
      <dsp:nvSpPr>
        <dsp:cNvPr id="0" name=""/>
        <dsp:cNvSpPr/>
      </dsp:nvSpPr>
      <dsp:spPr>
        <a:xfrm>
          <a:off x="0" y="969732"/>
          <a:ext cx="1961147" cy="6464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Movies only</a:t>
          </a:r>
        </a:p>
      </dsp:txBody>
      <dsp:txXfrm>
        <a:off x="18935" y="988667"/>
        <a:ext cx="1923277" cy="608618"/>
      </dsp:txXfrm>
    </dsp:sp>
    <dsp:sp modelId="{89ADE957-7607-4A7E-AA3B-49484B99CC72}">
      <dsp:nvSpPr>
        <dsp:cNvPr id="0" name=""/>
        <dsp:cNvSpPr/>
      </dsp:nvSpPr>
      <dsp:spPr>
        <a:xfrm rot="5400000">
          <a:off x="859356" y="1632382"/>
          <a:ext cx="242433" cy="2909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893297" y="1656625"/>
        <a:ext cx="174551" cy="169703"/>
      </dsp:txXfrm>
    </dsp:sp>
    <dsp:sp modelId="{41197E18-C2C9-4EDB-BA91-2B8030ACA124}">
      <dsp:nvSpPr>
        <dsp:cNvPr id="0" name=""/>
        <dsp:cNvSpPr/>
      </dsp:nvSpPr>
      <dsp:spPr>
        <a:xfrm>
          <a:off x="0" y="1939464"/>
          <a:ext cx="1961147" cy="6464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Titles / Ratings / Actors / Directors</a:t>
          </a:r>
        </a:p>
      </dsp:txBody>
      <dsp:txXfrm>
        <a:off x="18935" y="1958399"/>
        <a:ext cx="1923277" cy="6086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80B2E-869C-45F9-A8DD-9582DC4B98D2}">
      <dsp:nvSpPr>
        <dsp:cNvPr id="0" name=""/>
        <dsp:cNvSpPr/>
      </dsp:nvSpPr>
      <dsp:spPr>
        <a:xfrm>
          <a:off x="408247" y="48835"/>
          <a:ext cx="2985483" cy="7749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IMDb Dataset</a:t>
          </a:r>
        </a:p>
      </dsp:txBody>
      <dsp:txXfrm>
        <a:off x="430946" y="71534"/>
        <a:ext cx="2940085" cy="729590"/>
      </dsp:txXfrm>
    </dsp:sp>
    <dsp:sp modelId="{8696AA99-7F70-499F-8483-880ADF170252}">
      <dsp:nvSpPr>
        <dsp:cNvPr id="0" name=""/>
        <dsp:cNvSpPr/>
      </dsp:nvSpPr>
      <dsp:spPr>
        <a:xfrm rot="5400000">
          <a:off x="1773744" y="819111"/>
          <a:ext cx="254490" cy="3487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796367" y="866238"/>
        <a:ext cx="209246" cy="178143"/>
      </dsp:txXfrm>
    </dsp:sp>
    <dsp:sp modelId="{780E0913-9271-46C0-BD15-CD5EE80702A4}">
      <dsp:nvSpPr>
        <dsp:cNvPr id="0" name=""/>
        <dsp:cNvSpPr/>
      </dsp:nvSpPr>
      <dsp:spPr>
        <a:xfrm>
          <a:off x="408247" y="1163144"/>
          <a:ext cx="2985483" cy="7749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 err="1"/>
            <a:t>Προεπεξεργασία</a:t>
          </a:r>
          <a:r>
            <a:rPr lang="el-GR" sz="1800" kern="1200" dirty="0"/>
            <a:t> δεδομένων</a:t>
          </a:r>
          <a:endParaRPr lang="en-US" sz="1800" kern="1200" dirty="0"/>
        </a:p>
      </dsp:txBody>
      <dsp:txXfrm>
        <a:off x="430946" y="1185843"/>
        <a:ext cx="2940085" cy="729590"/>
      </dsp:txXfrm>
    </dsp:sp>
    <dsp:sp modelId="{E8B59D39-EC4E-40B1-85EF-2D1EE1A153C3}">
      <dsp:nvSpPr>
        <dsp:cNvPr id="0" name=""/>
        <dsp:cNvSpPr/>
      </dsp:nvSpPr>
      <dsp:spPr>
        <a:xfrm rot="5400000">
          <a:off x="1755679" y="1957507"/>
          <a:ext cx="290620" cy="3487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796366" y="1986569"/>
        <a:ext cx="209246" cy="203434"/>
      </dsp:txXfrm>
    </dsp:sp>
    <dsp:sp modelId="{4FBBAD62-2C26-499B-8727-EAAEA5B18A88}">
      <dsp:nvSpPr>
        <dsp:cNvPr id="0" name=""/>
        <dsp:cNvSpPr/>
      </dsp:nvSpPr>
      <dsp:spPr>
        <a:xfrm>
          <a:off x="408247" y="2325626"/>
          <a:ext cx="2985483" cy="7749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/>
            <a:t>Εισαγωγή σε SQLite και MongoDB</a:t>
          </a:r>
          <a:endParaRPr lang="en-US" sz="1800" kern="1200" dirty="0"/>
        </a:p>
      </dsp:txBody>
      <dsp:txXfrm>
        <a:off x="430946" y="2348325"/>
        <a:ext cx="2940085" cy="729590"/>
      </dsp:txXfrm>
    </dsp:sp>
    <dsp:sp modelId="{C8CC95A8-3CB2-47FD-B8E1-70637144F4EC}">
      <dsp:nvSpPr>
        <dsp:cNvPr id="0" name=""/>
        <dsp:cNvSpPr/>
      </dsp:nvSpPr>
      <dsp:spPr>
        <a:xfrm rot="5400000">
          <a:off x="1755679" y="3119989"/>
          <a:ext cx="290620" cy="3487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796366" y="3149051"/>
        <a:ext cx="209246" cy="203434"/>
      </dsp:txXfrm>
    </dsp:sp>
    <dsp:sp modelId="{C74C1FD7-4B31-4E63-B12B-B343B7F46FFE}">
      <dsp:nvSpPr>
        <dsp:cNvPr id="0" name=""/>
        <dsp:cNvSpPr/>
      </dsp:nvSpPr>
      <dsp:spPr>
        <a:xfrm>
          <a:off x="408247" y="3488109"/>
          <a:ext cx="2985483" cy="7749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/>
            <a:t>Εκτέλεση κοινών ερωτημάτων</a:t>
          </a:r>
          <a:endParaRPr lang="en-US" sz="1800" kern="1200" dirty="0"/>
        </a:p>
      </dsp:txBody>
      <dsp:txXfrm>
        <a:off x="430946" y="3510808"/>
        <a:ext cx="2940085" cy="729590"/>
      </dsp:txXfrm>
    </dsp:sp>
    <dsp:sp modelId="{AFDCC4E1-41CF-4075-B2F9-EE0FB8426FC7}">
      <dsp:nvSpPr>
        <dsp:cNvPr id="0" name=""/>
        <dsp:cNvSpPr/>
      </dsp:nvSpPr>
      <dsp:spPr>
        <a:xfrm rot="5400000">
          <a:off x="1755679" y="4282472"/>
          <a:ext cx="290620" cy="3487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796366" y="4311534"/>
        <a:ext cx="209246" cy="203434"/>
      </dsp:txXfrm>
    </dsp:sp>
    <dsp:sp modelId="{D815C420-6F73-4E8D-8184-2748167EC8FA}">
      <dsp:nvSpPr>
        <dsp:cNvPr id="0" name=""/>
        <dsp:cNvSpPr/>
      </dsp:nvSpPr>
      <dsp:spPr>
        <a:xfrm>
          <a:off x="408247" y="4650591"/>
          <a:ext cx="2985483" cy="7749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/>
            <a:t>Σύγκριση αποτελεσμάτων και απόδοσης</a:t>
          </a:r>
          <a:endParaRPr lang="en-US" sz="1800" kern="1200" dirty="0"/>
        </a:p>
      </dsp:txBody>
      <dsp:txXfrm>
        <a:off x="430946" y="4673290"/>
        <a:ext cx="2940085" cy="7295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65D44-4053-44C2-A588-30F8FE4F18F5}">
      <dsp:nvSpPr>
        <dsp:cNvPr id="0" name=""/>
        <dsp:cNvSpPr/>
      </dsp:nvSpPr>
      <dsp:spPr>
        <a:xfrm>
          <a:off x="0" y="24770"/>
          <a:ext cx="130542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actors</a:t>
          </a:r>
          <a:r>
            <a:rPr lang="el-GR" sz="1600" kern="1200" dirty="0"/>
            <a:t> </a:t>
          </a:r>
          <a:r>
            <a:rPr lang="en-US" sz="1600" kern="1200" dirty="0"/>
            <a:t>actor_id name</a:t>
          </a:r>
        </a:p>
      </dsp:txBody>
      <dsp:txXfrm>
        <a:off x="43864" y="68634"/>
        <a:ext cx="1217699" cy="8108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74CB6-89D6-4F4A-8EE0-404D36E9C215}">
      <dsp:nvSpPr>
        <dsp:cNvPr id="0" name=""/>
        <dsp:cNvSpPr/>
      </dsp:nvSpPr>
      <dsp:spPr>
        <a:xfrm>
          <a:off x="0" y="24770"/>
          <a:ext cx="1645318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movie_actors</a:t>
          </a:r>
          <a:r>
            <a:rPr lang="el-GR" sz="1600" kern="1200" dirty="0"/>
            <a:t> </a:t>
          </a:r>
          <a:r>
            <a:rPr lang="en-US" sz="1600" kern="1200" dirty="0"/>
            <a:t> movie_id actor_id</a:t>
          </a:r>
        </a:p>
      </dsp:txBody>
      <dsp:txXfrm>
        <a:off x="43864" y="68634"/>
        <a:ext cx="1557590" cy="8108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65D44-4053-44C2-A588-30F8FE4F18F5}">
      <dsp:nvSpPr>
        <dsp:cNvPr id="0" name=""/>
        <dsp:cNvSpPr/>
      </dsp:nvSpPr>
      <dsp:spPr>
        <a:xfrm>
          <a:off x="0" y="24767"/>
          <a:ext cx="130542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movies  movie_id title</a:t>
          </a:r>
        </a:p>
      </dsp:txBody>
      <dsp:txXfrm>
        <a:off x="43864" y="68631"/>
        <a:ext cx="1217699" cy="8108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65D44-4053-44C2-A588-30F8FE4F18F5}">
      <dsp:nvSpPr>
        <dsp:cNvPr id="0" name=""/>
        <dsp:cNvSpPr/>
      </dsp:nvSpPr>
      <dsp:spPr>
        <a:xfrm>
          <a:off x="0" y="901"/>
          <a:ext cx="1864896" cy="9224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movie_directors </a:t>
          </a:r>
          <a:r>
            <a:rPr lang="el-GR" sz="1600" kern="1200" dirty="0"/>
            <a:t>  </a:t>
          </a:r>
          <a:r>
            <a:rPr lang="en-US" sz="1600" kern="1200" dirty="0"/>
            <a:t>movie_id director_id</a:t>
          </a:r>
        </a:p>
      </dsp:txBody>
      <dsp:txXfrm>
        <a:off x="45029" y="45930"/>
        <a:ext cx="1774838" cy="8323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65D44-4053-44C2-A588-30F8FE4F18F5}">
      <dsp:nvSpPr>
        <dsp:cNvPr id="0" name=""/>
        <dsp:cNvSpPr/>
      </dsp:nvSpPr>
      <dsp:spPr>
        <a:xfrm>
          <a:off x="0" y="12384"/>
          <a:ext cx="1305427" cy="89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directors  director_id name</a:t>
          </a:r>
        </a:p>
      </dsp:txBody>
      <dsp:txXfrm>
        <a:off x="43864" y="56248"/>
        <a:ext cx="1217699" cy="810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στήλε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Στήλη 3 εικόνω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18" Type="http://schemas.openxmlformats.org/officeDocument/2006/relationships/diagramLayout" Target="../diagrams/layout6.xml"/><Relationship Id="rId26" Type="http://schemas.microsoft.com/office/2007/relationships/diagramDrawing" Target="../diagrams/drawing7.xml"/><Relationship Id="rId3" Type="http://schemas.openxmlformats.org/officeDocument/2006/relationships/diagramLayout" Target="../diagrams/layout3.xml"/><Relationship Id="rId21" Type="http://schemas.microsoft.com/office/2007/relationships/diagramDrawing" Target="../diagrams/drawing6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17" Type="http://schemas.openxmlformats.org/officeDocument/2006/relationships/diagramData" Target="../diagrams/data6.xml"/><Relationship Id="rId25" Type="http://schemas.openxmlformats.org/officeDocument/2006/relationships/diagramColors" Target="../diagrams/colors7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20" Type="http://schemas.openxmlformats.org/officeDocument/2006/relationships/diagramColors" Target="../diagrams/colors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24" Type="http://schemas.openxmlformats.org/officeDocument/2006/relationships/diagramQuickStyle" Target="../diagrams/quickStyle7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23" Type="http://schemas.openxmlformats.org/officeDocument/2006/relationships/diagramLayout" Target="../diagrams/layout7.xml"/><Relationship Id="rId10" Type="http://schemas.openxmlformats.org/officeDocument/2006/relationships/diagramColors" Target="../diagrams/colors4.xml"/><Relationship Id="rId19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Relationship Id="rId22" Type="http://schemas.openxmlformats.org/officeDocument/2006/relationships/diagramData" Target="../diagrams/data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A07F6A5-8029-7584-9985-7FB84080E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78" y="640775"/>
            <a:ext cx="10492369" cy="2988685"/>
          </a:xfrm>
        </p:spPr>
        <p:txBody>
          <a:bodyPr/>
          <a:lstStyle/>
          <a:p>
            <a:r>
              <a:rPr lang="el-GR" sz="3500" dirty="0"/>
              <a:t>Συγκριτική Αξιολόγηση Σχεσιακής και NoSQL Βάσης Δεδομένων με Χρήση Πραγματικών Δεδομένων Ταινιών</a:t>
            </a:r>
            <a:br>
              <a:rPr lang="el-GR" sz="3600" dirty="0"/>
            </a:br>
            <a:br>
              <a:rPr lang="el-GR" sz="3600" dirty="0"/>
            </a:br>
            <a:r>
              <a:rPr lang="en-US" sz="3600" dirty="0"/>
              <a:t>SQLite vs MongoDB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B16493-ACF1-E2CA-7F8F-3D6B42ED31D8}"/>
              </a:ext>
            </a:extLst>
          </p:cNvPr>
          <p:cNvSpPr txBox="1"/>
          <p:nvPr/>
        </p:nvSpPr>
        <p:spPr>
          <a:xfrm>
            <a:off x="384178" y="5293895"/>
            <a:ext cx="10010274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l-GR" dirty="0"/>
              <a:t>Μαυρουδή Ελένη</a:t>
            </a:r>
          </a:p>
          <a:p>
            <a:pPr>
              <a:lnSpc>
                <a:spcPct val="150000"/>
              </a:lnSpc>
            </a:pPr>
            <a:r>
              <a:rPr lang="el-GR" dirty="0"/>
              <a:t>ΑΜ: </a:t>
            </a:r>
            <a:r>
              <a:rPr lang="en-US" dirty="0"/>
              <a:t>inf2022113</a:t>
            </a:r>
          </a:p>
          <a:p>
            <a:pPr>
              <a:lnSpc>
                <a:spcPct val="150000"/>
              </a:lnSpc>
            </a:pPr>
            <a:r>
              <a:rPr lang="el-GR" dirty="0"/>
              <a:t>Μάθημα: Πλατφόρμες και Αρχιτεκτονικές Νέφους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20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A5243B-E296-C51A-296F-353AE5F96246}"/>
              </a:ext>
            </a:extLst>
          </p:cNvPr>
          <p:cNvSpPr txBox="1"/>
          <p:nvPr/>
        </p:nvSpPr>
        <p:spPr>
          <a:xfrm>
            <a:off x="3429500" y="613612"/>
            <a:ext cx="53329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/>
              <a:t>Στόχος της εργασίας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2DFDF-A00A-9ADA-9BF8-07FA4E5D25E4}"/>
              </a:ext>
            </a:extLst>
          </p:cNvPr>
          <p:cNvSpPr txBox="1"/>
          <p:nvPr/>
        </p:nvSpPr>
        <p:spPr>
          <a:xfrm>
            <a:off x="1218196" y="2983830"/>
            <a:ext cx="9755605" cy="2191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Πηγή δεδομένων: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IMDb Non-Commercial Datasets</a:t>
            </a:r>
            <a:endParaRPr kumimoji="0" lang="el-G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Χρήση πραγματικών δεδομένων ταινιών από το IMDb</a:t>
            </a: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Αξιολόγηση ως προς μοντελοποίηση, ερωτήματα και απόδοση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50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E627C-23BC-0BD3-6DBF-BC4C49C4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C0AD3A-8EDB-BF6F-4802-799D79E7214F}"/>
              </a:ext>
            </a:extLst>
          </p:cNvPr>
          <p:cNvSpPr txBox="1"/>
          <p:nvPr/>
        </p:nvSpPr>
        <p:spPr>
          <a:xfrm>
            <a:off x="531393" y="235606"/>
            <a:ext cx="7062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Σύνολο δεδομένων και πηγή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392588E9-2A9F-9BA1-4A93-9687A94EE3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8386354"/>
              </p:ext>
            </p:extLst>
          </p:nvPr>
        </p:nvGraphicFramePr>
        <p:xfrm>
          <a:off x="8460208" y="943492"/>
          <a:ext cx="1961147" cy="2585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9B489D-C826-FB6F-7F93-F113DE0108FF}"/>
              </a:ext>
            </a:extLst>
          </p:cNvPr>
          <p:cNvSpPr txBox="1"/>
          <p:nvPr/>
        </p:nvSpPr>
        <p:spPr>
          <a:xfrm>
            <a:off x="531393" y="2351214"/>
            <a:ext cx="10766759" cy="2812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l-GR" sz="2300" dirty="0"/>
              <a:t>Πηγή δεδομένων: </a:t>
            </a:r>
            <a:r>
              <a:rPr lang="en-US" sz="2300" dirty="0"/>
              <a:t>IMDb Non-Commercial Datasets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l-GR" sz="2300" dirty="0"/>
              <a:t>Χρήση πραγματικών δεδομένων ταινιών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l-GR" sz="2300" dirty="0"/>
              <a:t>Αξιοποίηση στοιχείων τίτλων, βαθμολογιών, ηθοποιών και σκηνοθετών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l-GR" sz="2300" dirty="0"/>
              <a:t>Φιλτράρισμα μόνο σε εγγραφές τύπου </a:t>
            </a:r>
            <a:r>
              <a:rPr lang="el-GR" sz="2300" dirty="0" err="1"/>
              <a:t>movie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08465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D1A51C5-AFF8-4A18-F1F9-A60031EBC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504" y="1908540"/>
            <a:ext cx="3721352" cy="774503"/>
          </a:xfrm>
        </p:spPr>
        <p:txBody>
          <a:bodyPr/>
          <a:lstStyle/>
          <a:p>
            <a:r>
              <a:rPr lang="el-GR" dirty="0"/>
              <a:t>Μεθοδολογία</a:t>
            </a:r>
            <a:endParaRPr lang="en-US" dirty="0"/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1E2D5193-9B39-66A3-8196-FDA21B35AA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8361126"/>
              </p:ext>
            </p:extLst>
          </p:nvPr>
        </p:nvGraphicFramePr>
        <p:xfrm>
          <a:off x="5029200" y="715879"/>
          <a:ext cx="3801979" cy="5426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227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5A57351-5035-7A63-8334-62CBC25A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844" y="470636"/>
            <a:ext cx="9404350" cy="1400175"/>
          </a:xfrm>
        </p:spPr>
        <p:txBody>
          <a:bodyPr/>
          <a:lstStyle/>
          <a:p>
            <a:r>
              <a:rPr lang="el-GR" dirty="0"/>
              <a:t>Σχεδίαση της βάσης </a:t>
            </a:r>
            <a:r>
              <a:rPr lang="en-US" dirty="0"/>
              <a:t>SQLite</a:t>
            </a:r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4DF49DB4-6643-D787-93AF-4760215DA1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1436363"/>
              </p:ext>
            </p:extLst>
          </p:nvPr>
        </p:nvGraphicFramePr>
        <p:xfrm>
          <a:off x="1082844" y="2490537"/>
          <a:ext cx="1305427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Διάγραμμα 9">
            <a:extLst>
              <a:ext uri="{FF2B5EF4-FFF2-40B4-BE49-F238E27FC236}">
                <a16:creationId xmlns:a16="http://schemas.microsoft.com/office/drawing/2014/main" id="{AE0EEAE3-CB1C-8D94-72E7-2243E1E115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4677640"/>
              </p:ext>
            </p:extLst>
          </p:nvPr>
        </p:nvGraphicFramePr>
        <p:xfrm>
          <a:off x="3150273" y="2490537"/>
          <a:ext cx="1645318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Διάγραμμα 6">
            <a:extLst>
              <a:ext uri="{FF2B5EF4-FFF2-40B4-BE49-F238E27FC236}">
                <a16:creationId xmlns:a16="http://schemas.microsoft.com/office/drawing/2014/main" id="{04057A4C-E9BC-ADC7-C332-EC8241B846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750815"/>
              </p:ext>
            </p:extLst>
          </p:nvPr>
        </p:nvGraphicFramePr>
        <p:xfrm>
          <a:off x="5408196" y="2490537"/>
          <a:ext cx="1305427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8" name="Διάγραμμα 7">
            <a:extLst>
              <a:ext uri="{FF2B5EF4-FFF2-40B4-BE49-F238E27FC236}">
                <a16:creationId xmlns:a16="http://schemas.microsoft.com/office/drawing/2014/main" id="{81193318-D41C-8473-1977-C4C3F585B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5671780"/>
              </p:ext>
            </p:extLst>
          </p:nvPr>
        </p:nvGraphicFramePr>
        <p:xfrm>
          <a:off x="7326228" y="2505670"/>
          <a:ext cx="1864896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9" name="Διάγραμμα 8">
            <a:extLst>
              <a:ext uri="{FF2B5EF4-FFF2-40B4-BE49-F238E27FC236}">
                <a16:creationId xmlns:a16="http://schemas.microsoft.com/office/drawing/2014/main" id="{2F836811-5632-4D04-8F10-EEB4DA67DC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6979903"/>
              </p:ext>
            </p:extLst>
          </p:nvPr>
        </p:nvGraphicFramePr>
        <p:xfrm>
          <a:off x="9803729" y="2505670"/>
          <a:ext cx="1305427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sp>
        <p:nvSpPr>
          <p:cNvPr id="11" name="Βέλος: Αριστερό-δεξιό 10">
            <a:extLst>
              <a:ext uri="{FF2B5EF4-FFF2-40B4-BE49-F238E27FC236}">
                <a16:creationId xmlns:a16="http://schemas.microsoft.com/office/drawing/2014/main" id="{C386568D-60DF-6F77-D8D0-27F9F2BF28CD}"/>
              </a:ext>
            </a:extLst>
          </p:cNvPr>
          <p:cNvSpPr/>
          <p:nvPr/>
        </p:nvSpPr>
        <p:spPr>
          <a:xfrm>
            <a:off x="2607853" y="2895145"/>
            <a:ext cx="310813" cy="1082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Βέλος: Αριστερό-δεξιό 12">
            <a:extLst>
              <a:ext uri="{FF2B5EF4-FFF2-40B4-BE49-F238E27FC236}">
                <a16:creationId xmlns:a16="http://schemas.microsoft.com/office/drawing/2014/main" id="{C9DCF676-FC17-D5CB-92DA-485FE423663F}"/>
              </a:ext>
            </a:extLst>
          </p:cNvPr>
          <p:cNvSpPr/>
          <p:nvPr/>
        </p:nvSpPr>
        <p:spPr>
          <a:xfrm>
            <a:off x="9331994" y="2879743"/>
            <a:ext cx="310813" cy="1082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Βέλος: Αριστερό-δεξιό 13">
            <a:extLst>
              <a:ext uri="{FF2B5EF4-FFF2-40B4-BE49-F238E27FC236}">
                <a16:creationId xmlns:a16="http://schemas.microsoft.com/office/drawing/2014/main" id="{61F1B2E8-93BB-B907-DED9-DADC7C1F571E}"/>
              </a:ext>
            </a:extLst>
          </p:cNvPr>
          <p:cNvSpPr/>
          <p:nvPr/>
        </p:nvSpPr>
        <p:spPr>
          <a:xfrm>
            <a:off x="4946487" y="2933886"/>
            <a:ext cx="310813" cy="1082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Βέλος: Αριστερό-δεξιό 14">
            <a:extLst>
              <a:ext uri="{FF2B5EF4-FFF2-40B4-BE49-F238E27FC236}">
                <a16:creationId xmlns:a16="http://schemas.microsoft.com/office/drawing/2014/main" id="{43E242BF-0DB4-1A9A-8CB4-F1A589F148C8}"/>
              </a:ext>
            </a:extLst>
          </p:cNvPr>
          <p:cNvSpPr/>
          <p:nvPr/>
        </p:nvSpPr>
        <p:spPr>
          <a:xfrm>
            <a:off x="6864519" y="2914516"/>
            <a:ext cx="310813" cy="10563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136FD9-D9E0-10B4-C444-333DFC2274E9}"/>
              </a:ext>
            </a:extLst>
          </p:cNvPr>
          <p:cNvSpPr txBox="1"/>
          <p:nvPr/>
        </p:nvSpPr>
        <p:spPr>
          <a:xfrm>
            <a:off x="1082844" y="4805333"/>
            <a:ext cx="10026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Σχεσιακή οργάνωση δεδομένων σε πίνακες με ενδιάμεσους πίνακες συσχέτισης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2466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13EB400-C90B-2B1C-780F-EA4B1496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0" y="416623"/>
            <a:ext cx="8197100" cy="762471"/>
          </a:xfrm>
        </p:spPr>
        <p:txBody>
          <a:bodyPr/>
          <a:lstStyle/>
          <a:p>
            <a:r>
              <a:rPr lang="el-GR" dirty="0"/>
              <a:t>Σχεδίαση της βάσης </a:t>
            </a:r>
            <a:r>
              <a:rPr lang="en-US" dirty="0"/>
              <a:t>MongoDB</a:t>
            </a:r>
          </a:p>
        </p:txBody>
      </p:sp>
      <p:grpSp>
        <p:nvGrpSpPr>
          <p:cNvPr id="6" name="Ομάδα 5">
            <a:extLst>
              <a:ext uri="{FF2B5EF4-FFF2-40B4-BE49-F238E27FC236}">
                <a16:creationId xmlns:a16="http://schemas.microsoft.com/office/drawing/2014/main" id="{9D904DEF-7EFB-7814-E0B2-85639D46FAE1}"/>
              </a:ext>
            </a:extLst>
          </p:cNvPr>
          <p:cNvGrpSpPr/>
          <p:nvPr/>
        </p:nvGrpSpPr>
        <p:grpSpPr>
          <a:xfrm>
            <a:off x="2160775" y="1552073"/>
            <a:ext cx="7870449" cy="3645569"/>
            <a:chOff x="1287379" y="1648326"/>
            <a:chExt cx="6436895" cy="3862137"/>
          </a:xfrm>
        </p:grpSpPr>
        <p:sp>
          <p:nvSpPr>
            <p:cNvPr id="5" name="Ορθογώνιο: Στρογγύλεμα γωνιών 4">
              <a:extLst>
                <a:ext uri="{FF2B5EF4-FFF2-40B4-BE49-F238E27FC236}">
                  <a16:creationId xmlns:a16="http://schemas.microsoft.com/office/drawing/2014/main" id="{CB07ED64-4362-389C-17F5-0193B627840E}"/>
                </a:ext>
              </a:extLst>
            </p:cNvPr>
            <p:cNvSpPr/>
            <p:nvPr/>
          </p:nvSpPr>
          <p:spPr>
            <a:xfrm>
              <a:off x="1287379" y="1648326"/>
              <a:ext cx="6436895" cy="38621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03E2D7E-F1DC-D194-287B-CC509BCDBF40}"/>
                </a:ext>
              </a:extLst>
            </p:cNvPr>
            <p:cNvSpPr txBox="1"/>
            <p:nvPr/>
          </p:nvSpPr>
          <p:spPr>
            <a:xfrm>
              <a:off x="1660358" y="1768641"/>
              <a:ext cx="5835316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{</a:t>
              </a:r>
            </a:p>
            <a:p>
              <a:r>
                <a:rPr lang="en-US" sz="2400" dirty="0"/>
                <a:t>  "title": "Titanic",</a:t>
              </a:r>
            </a:p>
            <a:p>
              <a:r>
                <a:rPr lang="en-US" sz="2400" dirty="0"/>
                <a:t>  "year": 1997,</a:t>
              </a:r>
            </a:p>
            <a:p>
              <a:r>
                <a:rPr lang="en-US" sz="2400" dirty="0"/>
                <a:t>  "genres": ["Drama", "Romance"],</a:t>
              </a:r>
            </a:p>
            <a:p>
              <a:r>
                <a:rPr lang="en-US" sz="2400" dirty="0"/>
                <a:t>  "rating": 7.9,</a:t>
              </a:r>
            </a:p>
            <a:p>
              <a:r>
                <a:rPr lang="en-US" sz="2400" dirty="0"/>
                <a:t>  "actors": ["Leonardo DiCaprio", "Kate Winslet"],</a:t>
              </a:r>
            </a:p>
            <a:p>
              <a:r>
                <a:rPr lang="en-US" sz="2400" dirty="0"/>
                <a:t>  "directors": ["James Cameron"]</a:t>
              </a:r>
            </a:p>
            <a:p>
              <a:r>
                <a:rPr lang="en-US" sz="2400" dirty="0"/>
                <a:t>}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4FC7E73-47AF-41B6-1741-DF961A839507}"/>
              </a:ext>
            </a:extLst>
          </p:cNvPr>
          <p:cNvSpPr txBox="1"/>
          <p:nvPr/>
        </p:nvSpPr>
        <p:spPr>
          <a:xfrm>
            <a:off x="1197455" y="5678905"/>
            <a:ext cx="8730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Οργάνωση δεδομένων σε έγγραφα με ενσωματωμένα σχετικά πεδία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96327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8283997-7F9B-73F9-1DDB-FD08F81D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012" y="308339"/>
            <a:ext cx="6669089" cy="810598"/>
          </a:xfrm>
        </p:spPr>
        <p:txBody>
          <a:bodyPr/>
          <a:lstStyle/>
          <a:p>
            <a:r>
              <a:rPr lang="el-GR" dirty="0"/>
              <a:t>Ερωτήματα αξιολόγησης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8691B-9520-1BEF-C496-C4FAF3B16415}"/>
              </a:ext>
            </a:extLst>
          </p:cNvPr>
          <p:cNvSpPr txBox="1"/>
          <p:nvPr/>
        </p:nvSpPr>
        <p:spPr>
          <a:xfrm>
            <a:off x="1831012" y="1796277"/>
            <a:ext cx="6940009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Αναζήτηση ταινιών ανά είδος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Αναζήτηση ταινιών ανά έτος κυκλοφορίας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Αναζήτηση ταινιών ανά εύρος βαθμολογίας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Πλήθος ταινιών ανά είδος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Μέσος όρος βαθμολογίας ανά είδος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Αναζήτηση ταινιών συγκεκριμένου ηθοποιού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Αναζήτηση ταινιών συγκεκριμένου σκηνοθέτη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97830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137252F-07F0-70DB-B83F-A737DC2C1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0440"/>
          </a:xfrm>
        </p:spPr>
        <p:txBody>
          <a:bodyPr/>
          <a:lstStyle/>
          <a:p>
            <a:r>
              <a:rPr lang="el-GR" sz="4000" dirty="0"/>
              <a:t>Συγκριτικός πίνακας αποτελεσμάτων</a:t>
            </a:r>
            <a:endParaRPr lang="en-US" sz="4000" dirty="0"/>
          </a:p>
        </p:txBody>
      </p:sp>
      <p:graphicFrame>
        <p:nvGraphicFramePr>
          <p:cNvPr id="3" name="Πίνακας 2">
            <a:extLst>
              <a:ext uri="{FF2B5EF4-FFF2-40B4-BE49-F238E27FC236}">
                <a16:creationId xmlns:a16="http://schemas.microsoft.com/office/drawing/2014/main" id="{6A98965F-74A8-8C65-E110-3ACAEF82D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8220"/>
              </p:ext>
            </p:extLst>
          </p:nvPr>
        </p:nvGraphicFramePr>
        <p:xfrm>
          <a:off x="1227222" y="1467852"/>
          <a:ext cx="8190247" cy="49374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7481">
                  <a:extLst>
                    <a:ext uri="{9D8B030D-6E8A-4147-A177-3AD203B41FA5}">
                      <a16:colId xmlns:a16="http://schemas.microsoft.com/office/drawing/2014/main" val="4055482556"/>
                    </a:ext>
                  </a:extLst>
                </a:gridCol>
                <a:gridCol w="1519246">
                  <a:extLst>
                    <a:ext uri="{9D8B030D-6E8A-4147-A177-3AD203B41FA5}">
                      <a16:colId xmlns:a16="http://schemas.microsoft.com/office/drawing/2014/main" val="459044625"/>
                    </a:ext>
                  </a:extLst>
                </a:gridCol>
                <a:gridCol w="1079178">
                  <a:extLst>
                    <a:ext uri="{9D8B030D-6E8A-4147-A177-3AD203B41FA5}">
                      <a16:colId xmlns:a16="http://schemas.microsoft.com/office/drawing/2014/main" val="2048326232"/>
                    </a:ext>
                  </a:extLst>
                </a:gridCol>
                <a:gridCol w="1188807">
                  <a:extLst>
                    <a:ext uri="{9D8B030D-6E8A-4147-A177-3AD203B41FA5}">
                      <a16:colId xmlns:a16="http://schemas.microsoft.com/office/drawing/2014/main" val="588721560"/>
                    </a:ext>
                  </a:extLst>
                </a:gridCol>
                <a:gridCol w="1070626">
                  <a:extLst>
                    <a:ext uri="{9D8B030D-6E8A-4147-A177-3AD203B41FA5}">
                      <a16:colId xmlns:a16="http://schemas.microsoft.com/office/drawing/2014/main" val="1470037888"/>
                    </a:ext>
                  </a:extLst>
                </a:gridCol>
                <a:gridCol w="1197359">
                  <a:extLst>
                    <a:ext uri="{9D8B030D-6E8A-4147-A177-3AD203B41FA5}">
                      <a16:colId xmlns:a16="http://schemas.microsoft.com/office/drawing/2014/main" val="3263360670"/>
                    </a:ext>
                  </a:extLst>
                </a:gridCol>
                <a:gridCol w="1287550">
                  <a:extLst>
                    <a:ext uri="{9D8B030D-6E8A-4147-A177-3AD203B41FA5}">
                      <a16:colId xmlns:a16="http://schemas.microsoft.com/office/drawing/2014/main" val="825203114"/>
                    </a:ext>
                  </a:extLst>
                </a:gridCol>
              </a:tblGrid>
              <a:tr h="9418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Ερώτημα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Περιγραφή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SQLite </a:t>
                      </a:r>
                      <a:endParaRPr lang="en-US" sz="1200" kern="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(πλήθος)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SQLite</a:t>
                      </a:r>
                      <a:endParaRPr lang="en-US" sz="1200" kern="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 (μ. χρόνος, s)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MongoDB (πλήθος)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MongoDB</a:t>
                      </a:r>
                      <a:endParaRPr lang="en-US" sz="1200" kern="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 (μ. χρόνος, s)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Ταχύτερο σύστημα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0309429"/>
                  </a:ext>
                </a:extLst>
              </a:tr>
              <a:tr h="5004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Q1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100" kern="0">
                          <a:effectLst/>
                        </a:rPr>
                        <a:t>Ταινίες είδους Comedy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123670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0.235688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123670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0.365518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SQLite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1418572"/>
                  </a:ext>
                </a:extLst>
              </a:tr>
              <a:tr h="5004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Q2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100" kern="0">
                          <a:effectLst/>
                        </a:rPr>
                        <a:t>Ταινίες από το 2000 έως το 2010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91936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0.226662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91936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0.226428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MongoDB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8877761"/>
                  </a:ext>
                </a:extLst>
              </a:tr>
              <a:tr h="7465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Q3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100" kern="0">
                          <a:effectLst/>
                        </a:rPr>
                        <a:t>Βαθμολογία &gt; 8.0 και ψήφοι &gt; 100000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254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 dirty="0">
                          <a:effectLst/>
                        </a:rPr>
                        <a:t>0.013272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254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0.010680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MongoDB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4808375"/>
                  </a:ext>
                </a:extLst>
              </a:tr>
              <a:tr h="5004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Q4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100" kern="0">
                          <a:effectLst/>
                        </a:rPr>
                        <a:t>Robert Pattinson και Romance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0.000328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0.000937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SQLite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9984366"/>
                  </a:ext>
                </a:extLst>
              </a:tr>
              <a:tr h="5004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Q5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100" kern="0">
                          <a:effectLst/>
                        </a:rPr>
                        <a:t>James Cameron μετά το 1990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11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0.000190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11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0.000823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SQLite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5424861"/>
                  </a:ext>
                </a:extLst>
              </a:tr>
              <a:tr h="5004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Q6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100" kern="0">
                          <a:effectLst/>
                        </a:rPr>
                        <a:t>Πλήθος ταινιών ανά είδος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27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1.235711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27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1.080262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MongoDB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4128311"/>
                  </a:ext>
                </a:extLst>
              </a:tr>
              <a:tr h="7465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Q7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100" kern="0">
                          <a:effectLst/>
                        </a:rPr>
                        <a:t>Μέσος όρος βαθμολογίας ανά είδος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27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0.851257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27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>
                          <a:effectLst/>
                        </a:rPr>
                        <a:t>1.038437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l-GR" sz="1200" kern="0" dirty="0">
                          <a:effectLst/>
                        </a:rPr>
                        <a:t>SQLite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61729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346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D0873D0-7EF0-B09C-8947-6EC89452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418" y="248180"/>
            <a:ext cx="8221163" cy="738408"/>
          </a:xfrm>
        </p:spPr>
        <p:txBody>
          <a:bodyPr/>
          <a:lstStyle/>
          <a:p>
            <a:r>
              <a:rPr lang="el-GR" sz="3200" dirty="0"/>
              <a:t>Συνολική σύγκριση απόδοσης (Q1–Q7)</a:t>
            </a:r>
            <a:endParaRPr lang="en-US" sz="3200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391EF8A1-A8C7-79DA-2A3B-852EF36CFC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155" y="1229405"/>
            <a:ext cx="8635690" cy="51758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8904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AE1A453-975D-EE37-B856-5CE008DF2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774" y="308339"/>
            <a:ext cx="9404723" cy="678250"/>
          </a:xfrm>
        </p:spPr>
        <p:txBody>
          <a:bodyPr/>
          <a:lstStyle/>
          <a:p>
            <a:r>
              <a:rPr lang="el-GR" sz="3600" dirty="0"/>
              <a:t>Εστιασμένη σύγκριση απόδοσης (Q3–Q5)</a:t>
            </a:r>
            <a:endParaRPr lang="en-US" sz="3600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D1689798-D5CF-2569-F9F1-78049DF218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34740"/>
            <a:ext cx="8025063" cy="50156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6414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6324B4A-3198-8B70-EF98-585FBEBB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693" y="274721"/>
            <a:ext cx="4776614" cy="928437"/>
          </a:xfrm>
        </p:spPr>
        <p:txBody>
          <a:bodyPr/>
          <a:lstStyle/>
          <a:p>
            <a:r>
              <a:rPr lang="el-GR" dirty="0"/>
              <a:t>Συμπεράσματα</a:t>
            </a:r>
            <a:endParaRPr lang="en-US" dirty="0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62E876EB-436C-2D52-030C-A4083F6BE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6998" y="2007268"/>
            <a:ext cx="9878004" cy="329865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l-GR" dirty="0"/>
              <a:t>Η SQLite και η MongoDB υποστήριξαν επιτυχώς τα ίδια βασικά ερωτήματα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l-GR" dirty="0"/>
              <a:t>Η σχεσιακή προσέγγιση προσφέρει σαφή δομή και οργανωμένο σχήμα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l-GR" dirty="0"/>
              <a:t>Η MongoDB προσφέρει ευελιξία στην οργάνωση των δεδομένων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l-GR" dirty="0"/>
              <a:t>Δεν υπάρχει ένα σύστημα που να υπερέχει σε όλα τα ερωτήματα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l-GR" dirty="0"/>
              <a:t>Η καταλληλότερη επιλογή εξαρτάται από τη φύση των δεδομένων και των απαιτήσεων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3401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Ιό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186</TotalTime>
  <Words>429</Words>
  <Application>Microsoft Office PowerPoint</Application>
  <PresentationFormat>Ευρεία οθόνη</PresentationFormat>
  <Paragraphs>115</Paragraphs>
  <Slides>11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Wingdings</vt:lpstr>
      <vt:lpstr>Wingdings 3</vt:lpstr>
      <vt:lpstr>Ιόν</vt:lpstr>
      <vt:lpstr>Συγκριτική Αξιολόγηση Σχεσιακής και NoSQL Βάσης Δεδομένων με Χρήση Πραγματικών Δεδομένων Ταινιών  SQLite vs MongoDB</vt:lpstr>
      <vt:lpstr>Παρουσίαση του PowerPoint</vt:lpstr>
      <vt:lpstr>Παρουσίαση του PowerPoint</vt:lpstr>
      <vt:lpstr>Μεθοδολογία</vt:lpstr>
      <vt:lpstr>Σχεδίαση της βάσης SQLite</vt:lpstr>
      <vt:lpstr>Σχεδίαση της βάσης MongoDB</vt:lpstr>
      <vt:lpstr>Ερωτήματα αξιολόγησης</vt:lpstr>
      <vt:lpstr>Συγκριτικός πίνακας αποτελεσμάτων</vt:lpstr>
      <vt:lpstr>Συνολική σύγκριση απόδοσης (Q1–Q7)</vt:lpstr>
      <vt:lpstr>Εστιασμένη σύγκριση απόδοσης (Q3–Q5)</vt:lpstr>
      <vt:lpstr>Συμπεράσματα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Γιάννης Μαυρουδής</dc:creator>
  <cp:lastModifiedBy>Γιάννης Μαυρουδής</cp:lastModifiedBy>
  <cp:revision>1</cp:revision>
  <dcterms:created xsi:type="dcterms:W3CDTF">2026-04-14T16:58:52Z</dcterms:created>
  <dcterms:modified xsi:type="dcterms:W3CDTF">2026-04-14T20:05:43Z</dcterms:modified>
</cp:coreProperties>
</file>